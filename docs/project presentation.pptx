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4"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5143500" cx="9144000"/>
  <p:notesSz cx="6858000" cy="9144000"/>
  <p:embeddedFontLst>
    <p:embeddedFont>
      <p:font typeface="Wix Madefor Display ExtraBold"/>
      <p:bold r:id="rId18"/>
    </p:embeddedFont>
    <p:embeddedFont>
      <p:font typeface="Raleway"/>
      <p:regular r:id="rId19"/>
      <p:bold r:id="rId20"/>
      <p:italic r:id="rId21"/>
      <p:boldItalic r:id="rId22"/>
    </p:embeddedFont>
    <p:embeddedFont>
      <p:font typeface="Wix Madefor Display"/>
      <p:regular r:id="rId23"/>
      <p:bold r:id="rId24"/>
    </p:embeddedFont>
    <p:embeddedFont>
      <p:font typeface="Didact Gothic"/>
      <p:regular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aleway-bold.fntdata"/><Relationship Id="rId22" Type="http://schemas.openxmlformats.org/officeDocument/2006/relationships/font" Target="fonts/Raleway-boldItalic.fntdata"/><Relationship Id="rId21" Type="http://schemas.openxmlformats.org/officeDocument/2006/relationships/font" Target="fonts/Raleway-italic.fntdata"/><Relationship Id="rId24" Type="http://schemas.openxmlformats.org/officeDocument/2006/relationships/font" Target="fonts/WixMadeforDisplay-bold.fntdata"/><Relationship Id="rId23" Type="http://schemas.openxmlformats.org/officeDocument/2006/relationships/font" Target="fonts/WixMadeforDisplay-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DidactGothic-regular.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Raleway-regular.fntdata"/><Relationship Id="rId18" Type="http://schemas.openxmlformats.org/officeDocument/2006/relationships/font" Target="fonts/WixMadeforDisplayExtraBold-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6" name="Shape 1076"/>
        <p:cNvGrpSpPr/>
        <p:nvPr/>
      </p:nvGrpSpPr>
      <p:grpSpPr>
        <a:xfrm>
          <a:off x="0" y="0"/>
          <a:ext cx="0" cy="0"/>
          <a:chOff x="0" y="0"/>
          <a:chExt cx="0" cy="0"/>
        </a:xfrm>
      </p:grpSpPr>
      <p:sp>
        <p:nvSpPr>
          <p:cNvPr id="1077" name="Google Shape;1077;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8" name="Google Shape;107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5" name="Shape 1125"/>
        <p:cNvGrpSpPr/>
        <p:nvPr/>
      </p:nvGrpSpPr>
      <p:grpSpPr>
        <a:xfrm>
          <a:off x="0" y="0"/>
          <a:ext cx="0" cy="0"/>
          <a:chOff x="0" y="0"/>
          <a:chExt cx="0" cy="0"/>
        </a:xfrm>
      </p:grpSpPr>
      <p:sp>
        <p:nvSpPr>
          <p:cNvPr id="1126" name="Google Shape;1126;g26f02bad5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7" name="Google Shape;1127;g26f02bad5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0" name="Shape 1130"/>
        <p:cNvGrpSpPr/>
        <p:nvPr/>
      </p:nvGrpSpPr>
      <p:grpSpPr>
        <a:xfrm>
          <a:off x="0" y="0"/>
          <a:ext cx="0" cy="0"/>
          <a:chOff x="0" y="0"/>
          <a:chExt cx="0" cy="0"/>
        </a:xfrm>
      </p:grpSpPr>
      <p:sp>
        <p:nvSpPr>
          <p:cNvPr id="1131" name="Google Shape;1131;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2" name="Google Shape;1132;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2" name="Shape 1142"/>
        <p:cNvGrpSpPr/>
        <p:nvPr/>
      </p:nvGrpSpPr>
      <p:grpSpPr>
        <a:xfrm>
          <a:off x="0" y="0"/>
          <a:ext cx="0" cy="0"/>
          <a:chOff x="0" y="0"/>
          <a:chExt cx="0" cy="0"/>
        </a:xfrm>
      </p:grpSpPr>
      <p:sp>
        <p:nvSpPr>
          <p:cNvPr id="1143" name="Google Shape;114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4" name="Google Shape;114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1" name="Google Shape;1151;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3" name="Shape 1183"/>
        <p:cNvGrpSpPr/>
        <p:nvPr/>
      </p:nvGrpSpPr>
      <p:grpSpPr>
        <a:xfrm>
          <a:off x="0" y="0"/>
          <a:ext cx="0" cy="0"/>
          <a:chOff x="0" y="0"/>
          <a:chExt cx="0" cy="0"/>
        </a:xfrm>
      </p:grpSpPr>
      <p:sp>
        <p:nvSpPr>
          <p:cNvPr id="1184" name="Google Shape;1184;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5" name="Google Shape;1185;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1" name="Shape 1191"/>
        <p:cNvGrpSpPr/>
        <p:nvPr/>
      </p:nvGrpSpPr>
      <p:grpSpPr>
        <a:xfrm>
          <a:off x="0" y="0"/>
          <a:ext cx="0" cy="0"/>
          <a:chOff x="0" y="0"/>
          <a:chExt cx="0" cy="0"/>
        </a:xfrm>
      </p:grpSpPr>
      <p:sp>
        <p:nvSpPr>
          <p:cNvPr id="1192" name="Google Shape;1192;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3" name="Google Shape;1193;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2" name="Shape 1232"/>
        <p:cNvGrpSpPr/>
        <p:nvPr/>
      </p:nvGrpSpPr>
      <p:grpSpPr>
        <a:xfrm>
          <a:off x="0" y="0"/>
          <a:ext cx="0" cy="0"/>
          <a:chOff x="0" y="0"/>
          <a:chExt cx="0" cy="0"/>
        </a:xfrm>
      </p:grpSpPr>
      <p:sp>
        <p:nvSpPr>
          <p:cNvPr id="1233" name="Google Shape;123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34" name="Google Shape;123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9" name="Shape 1299"/>
        <p:cNvGrpSpPr/>
        <p:nvPr/>
      </p:nvGrpSpPr>
      <p:grpSpPr>
        <a:xfrm>
          <a:off x="0" y="0"/>
          <a:ext cx="0" cy="0"/>
          <a:chOff x="0" y="0"/>
          <a:chExt cx="0" cy="0"/>
        </a:xfrm>
      </p:grpSpPr>
      <p:sp>
        <p:nvSpPr>
          <p:cNvPr id="1300" name="Google Shape;1300;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1" name="Google Shape;1301;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9" name="Shape 1309"/>
        <p:cNvGrpSpPr/>
        <p:nvPr/>
      </p:nvGrpSpPr>
      <p:grpSpPr>
        <a:xfrm>
          <a:off x="0" y="0"/>
          <a:ext cx="0" cy="0"/>
          <a:chOff x="0" y="0"/>
          <a:chExt cx="0" cy="0"/>
        </a:xfrm>
      </p:grpSpPr>
      <p:sp>
        <p:nvSpPr>
          <p:cNvPr id="1310" name="Google Shape;1310;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1" name="Google Shape;131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5" name="Shape 1315"/>
        <p:cNvGrpSpPr/>
        <p:nvPr/>
      </p:nvGrpSpPr>
      <p:grpSpPr>
        <a:xfrm>
          <a:off x="0" y="0"/>
          <a:ext cx="0" cy="0"/>
          <a:chOff x="0" y="0"/>
          <a:chExt cx="0" cy="0"/>
        </a:xfrm>
      </p:grpSpPr>
      <p:sp>
        <p:nvSpPr>
          <p:cNvPr id="1316" name="Google Shape;1316;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7" name="Google Shape;1317;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6" name="Google Shape;135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9" name="Shape 1359"/>
        <p:cNvGrpSpPr/>
        <p:nvPr/>
      </p:nvGrpSpPr>
      <p:grpSpPr>
        <a:xfrm>
          <a:off x="0" y="0"/>
          <a:ext cx="0" cy="0"/>
          <a:chOff x="0" y="0"/>
          <a:chExt cx="0" cy="0"/>
        </a:xfrm>
      </p:grpSpPr>
      <p:sp>
        <p:nvSpPr>
          <p:cNvPr id="1360" name="Google Shape;1360;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1" name="Google Shape;1361;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bit.ly/3A1uf1Q"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715100" y="1179738"/>
            <a:ext cx="4670700" cy="22329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rgbClr val="191919"/>
              </a:buClr>
              <a:buSzPts val="5200"/>
              <a:buNone/>
              <a:defRPr b="0" sz="4800"/>
            </a:lvl1pPr>
            <a:lvl2pPr lvl="1" algn="ctr">
              <a:lnSpc>
                <a:spcPct val="100000"/>
              </a:lnSpc>
              <a:spcBef>
                <a:spcPts val="0"/>
              </a:spcBef>
              <a:spcAft>
                <a:spcPts val="0"/>
              </a:spcAft>
              <a:buClr>
                <a:srgbClr val="191919"/>
              </a:buClr>
              <a:buSzPts val="5200"/>
              <a:buNone/>
              <a:defRPr sz="5200">
                <a:solidFill>
                  <a:srgbClr val="191919"/>
                </a:solidFill>
              </a:defRPr>
            </a:lvl2pPr>
            <a:lvl3pPr lvl="2" algn="ctr">
              <a:lnSpc>
                <a:spcPct val="100000"/>
              </a:lnSpc>
              <a:spcBef>
                <a:spcPts val="0"/>
              </a:spcBef>
              <a:spcAft>
                <a:spcPts val="0"/>
              </a:spcAft>
              <a:buClr>
                <a:srgbClr val="191919"/>
              </a:buClr>
              <a:buSzPts val="5200"/>
              <a:buNone/>
              <a:defRPr sz="5200">
                <a:solidFill>
                  <a:srgbClr val="191919"/>
                </a:solidFill>
              </a:defRPr>
            </a:lvl3pPr>
            <a:lvl4pPr lvl="3" algn="ctr">
              <a:lnSpc>
                <a:spcPct val="100000"/>
              </a:lnSpc>
              <a:spcBef>
                <a:spcPts val="0"/>
              </a:spcBef>
              <a:spcAft>
                <a:spcPts val="0"/>
              </a:spcAft>
              <a:buClr>
                <a:srgbClr val="191919"/>
              </a:buClr>
              <a:buSzPts val="5200"/>
              <a:buNone/>
              <a:defRPr sz="5200">
                <a:solidFill>
                  <a:srgbClr val="191919"/>
                </a:solidFill>
              </a:defRPr>
            </a:lvl4pPr>
            <a:lvl5pPr lvl="4" algn="ctr">
              <a:lnSpc>
                <a:spcPct val="100000"/>
              </a:lnSpc>
              <a:spcBef>
                <a:spcPts val="0"/>
              </a:spcBef>
              <a:spcAft>
                <a:spcPts val="0"/>
              </a:spcAft>
              <a:buClr>
                <a:srgbClr val="191919"/>
              </a:buClr>
              <a:buSzPts val="5200"/>
              <a:buNone/>
              <a:defRPr sz="5200">
                <a:solidFill>
                  <a:srgbClr val="191919"/>
                </a:solidFill>
              </a:defRPr>
            </a:lvl5pPr>
            <a:lvl6pPr lvl="5" algn="ctr">
              <a:lnSpc>
                <a:spcPct val="100000"/>
              </a:lnSpc>
              <a:spcBef>
                <a:spcPts val="0"/>
              </a:spcBef>
              <a:spcAft>
                <a:spcPts val="0"/>
              </a:spcAft>
              <a:buClr>
                <a:srgbClr val="191919"/>
              </a:buClr>
              <a:buSzPts val="5200"/>
              <a:buNone/>
              <a:defRPr sz="5200">
                <a:solidFill>
                  <a:srgbClr val="191919"/>
                </a:solidFill>
              </a:defRPr>
            </a:lvl6pPr>
            <a:lvl7pPr lvl="6" algn="ctr">
              <a:lnSpc>
                <a:spcPct val="100000"/>
              </a:lnSpc>
              <a:spcBef>
                <a:spcPts val="0"/>
              </a:spcBef>
              <a:spcAft>
                <a:spcPts val="0"/>
              </a:spcAft>
              <a:buClr>
                <a:srgbClr val="191919"/>
              </a:buClr>
              <a:buSzPts val="5200"/>
              <a:buNone/>
              <a:defRPr sz="5200">
                <a:solidFill>
                  <a:srgbClr val="191919"/>
                </a:solidFill>
              </a:defRPr>
            </a:lvl7pPr>
            <a:lvl8pPr lvl="7" algn="ctr">
              <a:lnSpc>
                <a:spcPct val="100000"/>
              </a:lnSpc>
              <a:spcBef>
                <a:spcPts val="0"/>
              </a:spcBef>
              <a:spcAft>
                <a:spcPts val="0"/>
              </a:spcAft>
              <a:buClr>
                <a:srgbClr val="191919"/>
              </a:buClr>
              <a:buSzPts val="5200"/>
              <a:buNone/>
              <a:defRPr sz="5200">
                <a:solidFill>
                  <a:srgbClr val="191919"/>
                </a:solidFill>
              </a:defRPr>
            </a:lvl8pPr>
            <a:lvl9pPr lvl="8" algn="ctr">
              <a:lnSpc>
                <a:spcPct val="100000"/>
              </a:lnSpc>
              <a:spcBef>
                <a:spcPts val="0"/>
              </a:spcBef>
              <a:spcAft>
                <a:spcPts val="0"/>
              </a:spcAft>
              <a:buClr>
                <a:srgbClr val="191919"/>
              </a:buClr>
              <a:buSzPts val="5200"/>
              <a:buNone/>
              <a:defRPr sz="5200">
                <a:solidFill>
                  <a:srgbClr val="191919"/>
                </a:solidFill>
              </a:defRPr>
            </a:lvl9pPr>
          </a:lstStyle>
          <a:p/>
        </p:txBody>
      </p:sp>
      <p:sp>
        <p:nvSpPr>
          <p:cNvPr id="10" name="Google Shape;10;p2"/>
          <p:cNvSpPr txBox="1"/>
          <p:nvPr>
            <p:ph idx="1" type="subTitle"/>
          </p:nvPr>
        </p:nvSpPr>
        <p:spPr>
          <a:xfrm>
            <a:off x="715100" y="3554263"/>
            <a:ext cx="4670700" cy="409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1" name="Google Shape;11;p2"/>
          <p:cNvGrpSpPr/>
          <p:nvPr/>
        </p:nvGrpSpPr>
        <p:grpSpPr>
          <a:xfrm>
            <a:off x="-17393" y="-11"/>
            <a:ext cx="9901334" cy="5144006"/>
            <a:chOff x="-17393" y="-11"/>
            <a:chExt cx="9901334" cy="5144006"/>
          </a:xfrm>
        </p:grpSpPr>
        <p:grpSp>
          <p:nvGrpSpPr>
            <p:cNvPr id="12" name="Google Shape;12;p2"/>
            <p:cNvGrpSpPr/>
            <p:nvPr/>
          </p:nvGrpSpPr>
          <p:grpSpPr>
            <a:xfrm>
              <a:off x="8418969" y="4926676"/>
              <a:ext cx="1464972" cy="217319"/>
              <a:chOff x="6424613" y="2481263"/>
              <a:chExt cx="2878137" cy="427038"/>
            </a:xfrm>
          </p:grpSpPr>
          <p:sp>
            <p:nvSpPr>
              <p:cNvPr id="13" name="Google Shape;13;p2"/>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 name="Google Shape;14;p2"/>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 name="Google Shape;15;p2"/>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 name="Google Shape;16;p2"/>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 name="Google Shape;17;p2"/>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 name="Google Shape;18;p2"/>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 name="Google Shape;19;p2"/>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 name="Google Shape;20;p2"/>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 name="Google Shape;21;p2"/>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 name="Google Shape;22;p2"/>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3" name="Google Shape;23;p2"/>
            <p:cNvGrpSpPr/>
            <p:nvPr/>
          </p:nvGrpSpPr>
          <p:grpSpPr>
            <a:xfrm>
              <a:off x="-17393" y="-11"/>
              <a:ext cx="1464972" cy="217319"/>
              <a:chOff x="6424613" y="2481263"/>
              <a:chExt cx="2878137" cy="427038"/>
            </a:xfrm>
          </p:grpSpPr>
          <p:sp>
            <p:nvSpPr>
              <p:cNvPr id="24" name="Google Shape;24;p2"/>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 name="Google Shape;25;p2"/>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 name="Google Shape;26;p2"/>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 name="Google Shape;27;p2"/>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 name="Google Shape;28;p2"/>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 name="Google Shape;29;p2"/>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 name="Google Shape;30;p2"/>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 name="Google Shape;31;p2"/>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 name="Google Shape;32;p2"/>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 name="Google Shape;33;p2"/>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4" name="Google Shape;34;p2"/>
          <p:cNvGrpSpPr/>
          <p:nvPr/>
        </p:nvGrpSpPr>
        <p:grpSpPr>
          <a:xfrm>
            <a:off x="-356494" y="-440397"/>
            <a:ext cx="8100958" cy="5837377"/>
            <a:chOff x="-356494" y="-440397"/>
            <a:chExt cx="8100958" cy="5837377"/>
          </a:xfrm>
        </p:grpSpPr>
        <p:grpSp>
          <p:nvGrpSpPr>
            <p:cNvPr id="35" name="Google Shape;35;p2"/>
            <p:cNvGrpSpPr/>
            <p:nvPr/>
          </p:nvGrpSpPr>
          <p:grpSpPr>
            <a:xfrm rot="8100000">
              <a:off x="6825025" y="-141650"/>
              <a:ext cx="961088" cy="280297"/>
              <a:chOff x="640" y="1594"/>
              <a:chExt cx="605" cy="177"/>
            </a:xfrm>
          </p:grpSpPr>
          <p:sp>
            <p:nvSpPr>
              <p:cNvPr id="36" name="Google Shape;36;p2"/>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7" name="Google Shape;37;p2"/>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8" name="Google Shape;38;p2"/>
            <p:cNvGrpSpPr/>
            <p:nvPr/>
          </p:nvGrpSpPr>
          <p:grpSpPr>
            <a:xfrm rot="-1800000">
              <a:off x="-350800" y="4895187"/>
              <a:ext cx="961088" cy="280297"/>
              <a:chOff x="640" y="1594"/>
              <a:chExt cx="605" cy="177"/>
            </a:xfrm>
          </p:grpSpPr>
          <p:sp>
            <p:nvSpPr>
              <p:cNvPr id="39" name="Google Shape;39;p2"/>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0" name="Google Shape;40;p2"/>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41" name="Google Shape;41;p2"/>
          <p:cNvGrpSpPr/>
          <p:nvPr/>
        </p:nvGrpSpPr>
        <p:grpSpPr>
          <a:xfrm>
            <a:off x="-188210" y="429627"/>
            <a:ext cx="9537774" cy="5137931"/>
            <a:chOff x="-188210" y="429627"/>
            <a:chExt cx="9537774" cy="5137931"/>
          </a:xfrm>
        </p:grpSpPr>
        <p:grpSp>
          <p:nvGrpSpPr>
            <p:cNvPr id="42" name="Google Shape;42;p2"/>
            <p:cNvGrpSpPr/>
            <p:nvPr/>
          </p:nvGrpSpPr>
          <p:grpSpPr>
            <a:xfrm>
              <a:off x="7744467" y="429627"/>
              <a:ext cx="1605097" cy="861712"/>
              <a:chOff x="7744467" y="429627"/>
              <a:chExt cx="1605097" cy="861712"/>
            </a:xfrm>
          </p:grpSpPr>
          <p:grpSp>
            <p:nvGrpSpPr>
              <p:cNvPr id="43" name="Google Shape;43;p2"/>
              <p:cNvGrpSpPr/>
              <p:nvPr/>
            </p:nvGrpSpPr>
            <p:grpSpPr>
              <a:xfrm>
                <a:off x="7744467" y="429637"/>
                <a:ext cx="833659" cy="861702"/>
                <a:chOff x="7138988" y="265113"/>
                <a:chExt cx="1746248" cy="1804989"/>
              </a:xfrm>
            </p:grpSpPr>
            <p:sp>
              <p:nvSpPr>
                <p:cNvPr id="44" name="Google Shape;44;p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 name="Google Shape;45;p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 name="Google Shape;46;p2"/>
              <p:cNvGrpSpPr/>
              <p:nvPr/>
            </p:nvGrpSpPr>
            <p:grpSpPr>
              <a:xfrm>
                <a:off x="8953340" y="429627"/>
                <a:ext cx="396224" cy="409552"/>
                <a:chOff x="7138988" y="265113"/>
                <a:chExt cx="1746248" cy="1804989"/>
              </a:xfrm>
            </p:grpSpPr>
            <p:sp>
              <p:nvSpPr>
                <p:cNvPr id="47" name="Google Shape;47;p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 name="Google Shape;48;p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9" name="Google Shape;49;p2"/>
            <p:cNvGrpSpPr/>
            <p:nvPr/>
          </p:nvGrpSpPr>
          <p:grpSpPr>
            <a:xfrm>
              <a:off x="-188210" y="4098927"/>
              <a:ext cx="2178923" cy="1468631"/>
              <a:chOff x="-188210" y="4098927"/>
              <a:chExt cx="2178923" cy="1468631"/>
            </a:xfrm>
          </p:grpSpPr>
          <p:grpSp>
            <p:nvGrpSpPr>
              <p:cNvPr id="50" name="Google Shape;50;p2"/>
              <p:cNvGrpSpPr/>
              <p:nvPr/>
            </p:nvGrpSpPr>
            <p:grpSpPr>
              <a:xfrm>
                <a:off x="-188210" y="4098927"/>
                <a:ext cx="396224" cy="409552"/>
                <a:chOff x="7138988" y="265113"/>
                <a:chExt cx="1746248" cy="1804989"/>
              </a:xfrm>
            </p:grpSpPr>
            <p:sp>
              <p:nvSpPr>
                <p:cNvPr id="51" name="Google Shape;51;p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 name="Google Shape;52;p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3" name="Google Shape;53;p2"/>
              <p:cNvGrpSpPr/>
              <p:nvPr/>
            </p:nvGrpSpPr>
            <p:grpSpPr>
              <a:xfrm>
                <a:off x="1157054" y="4705856"/>
                <a:ext cx="833659" cy="861702"/>
                <a:chOff x="7138988" y="265113"/>
                <a:chExt cx="1746248" cy="1804989"/>
              </a:xfrm>
            </p:grpSpPr>
            <p:sp>
              <p:nvSpPr>
                <p:cNvPr id="54" name="Google Shape;54;p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 name="Google Shape;55;p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6" name="Shape 56"/>
        <p:cNvGrpSpPr/>
        <p:nvPr/>
      </p:nvGrpSpPr>
      <p:grpSpPr>
        <a:xfrm>
          <a:off x="0" y="0"/>
          <a:ext cx="0" cy="0"/>
          <a:chOff x="0" y="0"/>
          <a:chExt cx="0" cy="0"/>
        </a:xfrm>
      </p:grpSpPr>
      <p:sp>
        <p:nvSpPr>
          <p:cNvPr id="57" name="Google Shape;57;p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58" name="Google Shape;58;p3"/>
          <p:cNvSpPr txBox="1"/>
          <p:nvPr>
            <p:ph idx="1" type="body"/>
          </p:nvPr>
        </p:nvSpPr>
        <p:spPr>
          <a:xfrm>
            <a:off x="720000" y="1152475"/>
            <a:ext cx="7704000" cy="3783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SzPts val="1400"/>
              <a:buChar char="●"/>
              <a:defRPr/>
            </a:lvl1pPr>
            <a:lvl2pPr indent="-304800" lvl="1" marL="914400" algn="l">
              <a:lnSpc>
                <a:spcPct val="100000"/>
              </a:lnSpc>
              <a:spcBef>
                <a:spcPts val="0"/>
              </a:spcBef>
              <a:spcAft>
                <a:spcPts val="0"/>
              </a:spcAft>
              <a:buSzPts val="1200"/>
              <a:buChar char="○"/>
              <a:defRPr/>
            </a:lvl2pPr>
            <a:lvl3pPr indent="-304800" lvl="2" marL="1371600" algn="l">
              <a:lnSpc>
                <a:spcPct val="100000"/>
              </a:lnSpc>
              <a:spcBef>
                <a:spcPts val="0"/>
              </a:spcBef>
              <a:spcAft>
                <a:spcPts val="0"/>
              </a:spcAft>
              <a:buSzPts val="1200"/>
              <a:buChar char="■"/>
              <a:defRPr/>
            </a:lvl3pPr>
            <a:lvl4pPr indent="-304800" lvl="3" marL="1828800" algn="l">
              <a:lnSpc>
                <a:spcPct val="100000"/>
              </a:lnSpc>
              <a:spcBef>
                <a:spcPts val="0"/>
              </a:spcBef>
              <a:spcAft>
                <a:spcPts val="0"/>
              </a:spcAft>
              <a:buSzPts val="1200"/>
              <a:buChar char="●"/>
              <a:defRPr/>
            </a:lvl4pPr>
            <a:lvl5pPr indent="-304800" lvl="4" marL="2286000" algn="l">
              <a:lnSpc>
                <a:spcPct val="100000"/>
              </a:lnSpc>
              <a:spcBef>
                <a:spcPts val="0"/>
              </a:spcBef>
              <a:spcAft>
                <a:spcPts val="0"/>
              </a:spcAft>
              <a:buSzPts val="1200"/>
              <a:buChar char="○"/>
              <a:defRPr/>
            </a:lvl5pPr>
            <a:lvl6pPr indent="-304800" lvl="5" marL="2743200" algn="l">
              <a:lnSpc>
                <a:spcPct val="100000"/>
              </a:lnSpc>
              <a:spcBef>
                <a:spcPts val="0"/>
              </a:spcBef>
              <a:spcAft>
                <a:spcPts val="0"/>
              </a:spcAft>
              <a:buSzPts val="1200"/>
              <a:buChar char="■"/>
              <a:defRPr/>
            </a:lvl6pPr>
            <a:lvl7pPr indent="-304800" lvl="6" marL="3200400" algn="l">
              <a:lnSpc>
                <a:spcPct val="100000"/>
              </a:lnSpc>
              <a:spcBef>
                <a:spcPts val="0"/>
              </a:spcBef>
              <a:spcAft>
                <a:spcPts val="0"/>
              </a:spcAft>
              <a:buSzPts val="1200"/>
              <a:buChar char="●"/>
              <a:defRPr/>
            </a:lvl7pPr>
            <a:lvl8pPr indent="-304800" lvl="7" marL="3657600" algn="l">
              <a:lnSpc>
                <a:spcPct val="100000"/>
              </a:lnSpc>
              <a:spcBef>
                <a:spcPts val="0"/>
              </a:spcBef>
              <a:spcAft>
                <a:spcPts val="0"/>
              </a:spcAft>
              <a:buSzPts val="1200"/>
              <a:buChar char="○"/>
              <a:defRPr/>
            </a:lvl8pPr>
            <a:lvl9pPr indent="-304800" lvl="8" marL="4114800" algn="l">
              <a:lnSpc>
                <a:spcPct val="100000"/>
              </a:lnSpc>
              <a:spcBef>
                <a:spcPts val="0"/>
              </a:spcBef>
              <a:spcAft>
                <a:spcPts val="0"/>
              </a:spcAft>
              <a:buSzPts val="1200"/>
              <a:buChar char="■"/>
              <a:defRPr/>
            </a:lvl9pPr>
          </a:lstStyle>
          <a:p/>
        </p:txBody>
      </p:sp>
      <p:grpSp>
        <p:nvGrpSpPr>
          <p:cNvPr id="59" name="Google Shape;59;p3"/>
          <p:cNvGrpSpPr/>
          <p:nvPr/>
        </p:nvGrpSpPr>
        <p:grpSpPr>
          <a:xfrm rot="1439793">
            <a:off x="-437825" y="118425"/>
            <a:ext cx="961088" cy="280297"/>
            <a:chOff x="640" y="1594"/>
            <a:chExt cx="605" cy="177"/>
          </a:xfrm>
        </p:grpSpPr>
        <p:sp>
          <p:nvSpPr>
            <p:cNvPr id="60" name="Google Shape;60;p3"/>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1" name="Google Shape;61;p3"/>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2" name="Google Shape;62;p3"/>
          <p:cNvGrpSpPr/>
          <p:nvPr/>
        </p:nvGrpSpPr>
        <p:grpSpPr>
          <a:xfrm>
            <a:off x="-320300" y="1685719"/>
            <a:ext cx="9669864" cy="3246208"/>
            <a:chOff x="-320300" y="1685719"/>
            <a:chExt cx="9669864" cy="3246208"/>
          </a:xfrm>
        </p:grpSpPr>
        <p:grpSp>
          <p:nvGrpSpPr>
            <p:cNvPr id="63" name="Google Shape;63;p3"/>
            <p:cNvGrpSpPr/>
            <p:nvPr/>
          </p:nvGrpSpPr>
          <p:grpSpPr>
            <a:xfrm>
              <a:off x="8115809" y="3875477"/>
              <a:ext cx="1233755" cy="1056450"/>
              <a:chOff x="8115809" y="3875477"/>
              <a:chExt cx="1233755" cy="1056450"/>
            </a:xfrm>
          </p:grpSpPr>
          <p:grpSp>
            <p:nvGrpSpPr>
              <p:cNvPr id="64" name="Google Shape;64;p3"/>
              <p:cNvGrpSpPr/>
              <p:nvPr/>
            </p:nvGrpSpPr>
            <p:grpSpPr>
              <a:xfrm>
                <a:off x="8115809" y="4285019"/>
                <a:ext cx="625855" cy="646908"/>
                <a:chOff x="7138988" y="265113"/>
                <a:chExt cx="1746248" cy="1804989"/>
              </a:xfrm>
            </p:grpSpPr>
            <p:sp>
              <p:nvSpPr>
                <p:cNvPr id="65" name="Google Shape;65;p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 name="Google Shape;66;p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7" name="Google Shape;67;p3"/>
              <p:cNvGrpSpPr/>
              <p:nvPr/>
            </p:nvGrpSpPr>
            <p:grpSpPr>
              <a:xfrm>
                <a:off x="8953340" y="3875477"/>
                <a:ext cx="396224" cy="409552"/>
                <a:chOff x="7138988" y="265113"/>
                <a:chExt cx="1746248" cy="1804989"/>
              </a:xfrm>
            </p:grpSpPr>
            <p:sp>
              <p:nvSpPr>
                <p:cNvPr id="68" name="Google Shape;68;p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 name="Google Shape;69;p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70" name="Google Shape;70;p3"/>
            <p:cNvGrpSpPr/>
            <p:nvPr/>
          </p:nvGrpSpPr>
          <p:grpSpPr>
            <a:xfrm>
              <a:off x="-320300" y="1685719"/>
              <a:ext cx="859027" cy="1310685"/>
              <a:chOff x="-320300" y="1685719"/>
              <a:chExt cx="859027" cy="1310685"/>
            </a:xfrm>
          </p:grpSpPr>
          <p:grpSp>
            <p:nvGrpSpPr>
              <p:cNvPr id="71" name="Google Shape;71;p3"/>
              <p:cNvGrpSpPr/>
              <p:nvPr/>
            </p:nvGrpSpPr>
            <p:grpSpPr>
              <a:xfrm>
                <a:off x="-320300" y="1685719"/>
                <a:ext cx="625855" cy="646908"/>
                <a:chOff x="7138988" y="265113"/>
                <a:chExt cx="1746248" cy="1804989"/>
              </a:xfrm>
            </p:grpSpPr>
            <p:sp>
              <p:nvSpPr>
                <p:cNvPr id="72" name="Google Shape;72;p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 name="Google Shape;73;p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 name="Google Shape;74;p3"/>
              <p:cNvGrpSpPr/>
              <p:nvPr/>
            </p:nvGrpSpPr>
            <p:grpSpPr>
              <a:xfrm>
                <a:off x="142503" y="2586852"/>
                <a:ext cx="396224" cy="409552"/>
                <a:chOff x="7138988" y="265113"/>
                <a:chExt cx="1746248" cy="1804989"/>
              </a:xfrm>
            </p:grpSpPr>
            <p:sp>
              <p:nvSpPr>
                <p:cNvPr id="75" name="Google Shape;75;p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 name="Google Shape;76;p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77" name="Google Shape;77;p3"/>
          <p:cNvGrpSpPr/>
          <p:nvPr/>
        </p:nvGrpSpPr>
        <p:grpSpPr>
          <a:xfrm>
            <a:off x="719994" y="317689"/>
            <a:ext cx="9163947" cy="4919363"/>
            <a:chOff x="719994" y="317689"/>
            <a:chExt cx="9163947" cy="4919363"/>
          </a:xfrm>
        </p:grpSpPr>
        <p:grpSp>
          <p:nvGrpSpPr>
            <p:cNvPr id="78" name="Google Shape;78;p3"/>
            <p:cNvGrpSpPr/>
            <p:nvPr/>
          </p:nvGrpSpPr>
          <p:grpSpPr>
            <a:xfrm>
              <a:off x="8418969" y="317689"/>
              <a:ext cx="1464972" cy="217319"/>
              <a:chOff x="6424613" y="2481263"/>
              <a:chExt cx="2878137" cy="427038"/>
            </a:xfrm>
          </p:grpSpPr>
          <p:sp>
            <p:nvSpPr>
              <p:cNvPr id="79" name="Google Shape;79;p3"/>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 name="Google Shape;80;p3"/>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 name="Google Shape;81;p3"/>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 name="Google Shape;82;p3"/>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 name="Google Shape;83;p3"/>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 name="Google Shape;84;p3"/>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 name="Google Shape;85;p3"/>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 name="Google Shape;86;p3"/>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 name="Google Shape;87;p3"/>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 name="Google Shape;88;p3"/>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9" name="Google Shape;89;p3"/>
            <p:cNvGrpSpPr/>
            <p:nvPr/>
          </p:nvGrpSpPr>
          <p:grpSpPr>
            <a:xfrm>
              <a:off x="719994" y="5019733"/>
              <a:ext cx="1464972" cy="217319"/>
              <a:chOff x="6424613" y="2481263"/>
              <a:chExt cx="2878137" cy="427038"/>
            </a:xfrm>
          </p:grpSpPr>
          <p:sp>
            <p:nvSpPr>
              <p:cNvPr id="90" name="Google Shape;90;p3"/>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 name="Google Shape;91;p3"/>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 name="Google Shape;92;p3"/>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 name="Google Shape;93;p3"/>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 name="Google Shape;94;p3"/>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 name="Google Shape;95;p3"/>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 name="Google Shape;96;p3"/>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 name="Google Shape;97;p3"/>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 name="Google Shape;98;p3"/>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 name="Google Shape;99;p3"/>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100" name="Shape 100"/>
        <p:cNvGrpSpPr/>
        <p:nvPr/>
      </p:nvGrpSpPr>
      <p:grpSpPr>
        <a:xfrm>
          <a:off x="0" y="0"/>
          <a:ext cx="0" cy="0"/>
          <a:chOff x="0" y="0"/>
          <a:chExt cx="0" cy="0"/>
        </a:xfrm>
      </p:grpSpPr>
      <p:sp>
        <p:nvSpPr>
          <p:cNvPr id="101" name="Google Shape;101;p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02" name="Google Shape;102;p4"/>
          <p:cNvSpPr txBox="1"/>
          <p:nvPr>
            <p:ph idx="2" type="title"/>
          </p:nvPr>
        </p:nvSpPr>
        <p:spPr>
          <a:xfrm>
            <a:off x="720000" y="1524958"/>
            <a:ext cx="734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3" name="Google Shape;103;p4"/>
          <p:cNvSpPr txBox="1"/>
          <p:nvPr>
            <p:ph idx="3" type="title"/>
          </p:nvPr>
        </p:nvSpPr>
        <p:spPr>
          <a:xfrm>
            <a:off x="720000" y="3123566"/>
            <a:ext cx="734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4" name="Google Shape;104;p4"/>
          <p:cNvSpPr txBox="1"/>
          <p:nvPr>
            <p:ph idx="4" type="title"/>
          </p:nvPr>
        </p:nvSpPr>
        <p:spPr>
          <a:xfrm>
            <a:off x="3360350" y="1524958"/>
            <a:ext cx="734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5" name="Google Shape;105;p4"/>
          <p:cNvSpPr txBox="1"/>
          <p:nvPr>
            <p:ph idx="5" type="title"/>
          </p:nvPr>
        </p:nvSpPr>
        <p:spPr>
          <a:xfrm>
            <a:off x="3360350" y="3123566"/>
            <a:ext cx="734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6" name="Google Shape;106;p4"/>
          <p:cNvSpPr txBox="1"/>
          <p:nvPr>
            <p:ph idx="6" type="title"/>
          </p:nvPr>
        </p:nvSpPr>
        <p:spPr>
          <a:xfrm>
            <a:off x="6000700" y="1524958"/>
            <a:ext cx="734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7" name="Google Shape;107;p4"/>
          <p:cNvSpPr txBox="1"/>
          <p:nvPr>
            <p:ph idx="7" type="title"/>
          </p:nvPr>
        </p:nvSpPr>
        <p:spPr>
          <a:xfrm>
            <a:off x="6000700" y="3123566"/>
            <a:ext cx="734700" cy="447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3000"/>
            </a:lvl1pPr>
            <a:lvl2pPr lvl="1" algn="l">
              <a:lnSpc>
                <a:spcPct val="100000"/>
              </a:lnSpc>
              <a:spcBef>
                <a:spcPts val="0"/>
              </a:spcBef>
              <a:spcAft>
                <a:spcPts val="0"/>
              </a:spcAft>
              <a:buSzPts val="3000"/>
              <a:buNone/>
              <a:defRPr sz="3000"/>
            </a:lvl2pPr>
            <a:lvl3pPr lvl="2" algn="l">
              <a:lnSpc>
                <a:spcPct val="100000"/>
              </a:lnSpc>
              <a:spcBef>
                <a:spcPts val="0"/>
              </a:spcBef>
              <a:spcAft>
                <a:spcPts val="0"/>
              </a:spcAft>
              <a:buSzPts val="3000"/>
              <a:buNone/>
              <a:defRPr sz="3000"/>
            </a:lvl3pPr>
            <a:lvl4pPr lvl="3" algn="l">
              <a:lnSpc>
                <a:spcPct val="100000"/>
              </a:lnSpc>
              <a:spcBef>
                <a:spcPts val="0"/>
              </a:spcBef>
              <a:spcAft>
                <a:spcPts val="0"/>
              </a:spcAft>
              <a:buSzPts val="3000"/>
              <a:buNone/>
              <a:defRPr sz="3000"/>
            </a:lvl4pPr>
            <a:lvl5pPr lvl="4" algn="l">
              <a:lnSpc>
                <a:spcPct val="100000"/>
              </a:lnSpc>
              <a:spcBef>
                <a:spcPts val="0"/>
              </a:spcBef>
              <a:spcAft>
                <a:spcPts val="0"/>
              </a:spcAft>
              <a:buSzPts val="3000"/>
              <a:buNone/>
              <a:defRPr sz="3000"/>
            </a:lvl5pPr>
            <a:lvl6pPr lvl="5" algn="l">
              <a:lnSpc>
                <a:spcPct val="100000"/>
              </a:lnSpc>
              <a:spcBef>
                <a:spcPts val="0"/>
              </a:spcBef>
              <a:spcAft>
                <a:spcPts val="0"/>
              </a:spcAft>
              <a:buSzPts val="3000"/>
              <a:buNone/>
              <a:defRPr sz="3000"/>
            </a:lvl6pPr>
            <a:lvl7pPr lvl="6" algn="l">
              <a:lnSpc>
                <a:spcPct val="100000"/>
              </a:lnSpc>
              <a:spcBef>
                <a:spcPts val="0"/>
              </a:spcBef>
              <a:spcAft>
                <a:spcPts val="0"/>
              </a:spcAft>
              <a:buSzPts val="3000"/>
              <a:buNone/>
              <a:defRPr sz="3000"/>
            </a:lvl7pPr>
            <a:lvl8pPr lvl="7" algn="l">
              <a:lnSpc>
                <a:spcPct val="100000"/>
              </a:lnSpc>
              <a:spcBef>
                <a:spcPts val="0"/>
              </a:spcBef>
              <a:spcAft>
                <a:spcPts val="0"/>
              </a:spcAft>
              <a:buSzPts val="3000"/>
              <a:buNone/>
              <a:defRPr sz="3000"/>
            </a:lvl8pPr>
            <a:lvl9pPr lvl="8" algn="l">
              <a:lnSpc>
                <a:spcPct val="100000"/>
              </a:lnSpc>
              <a:spcBef>
                <a:spcPts val="0"/>
              </a:spcBef>
              <a:spcAft>
                <a:spcPts val="0"/>
              </a:spcAft>
              <a:buSzPts val="3000"/>
              <a:buNone/>
              <a:defRPr sz="3000"/>
            </a:lvl9pPr>
          </a:lstStyle>
          <a:p/>
        </p:txBody>
      </p:sp>
      <p:sp>
        <p:nvSpPr>
          <p:cNvPr id="108" name="Google Shape;108;p4"/>
          <p:cNvSpPr txBox="1"/>
          <p:nvPr>
            <p:ph idx="1" type="subTitle"/>
          </p:nvPr>
        </p:nvSpPr>
        <p:spPr>
          <a:xfrm>
            <a:off x="720000" y="1917475"/>
            <a:ext cx="2428200" cy="481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SzPts val="2000"/>
              <a:buFont typeface="Raleway"/>
              <a:buNone/>
              <a:defRPr b="1" sz="2000">
                <a:latin typeface="Raleway"/>
                <a:ea typeface="Raleway"/>
                <a:cs typeface="Raleway"/>
                <a:sym typeface="Raleway"/>
              </a:defRPr>
            </a:lvl2pPr>
            <a:lvl3pPr lvl="2" algn="l">
              <a:lnSpc>
                <a:spcPct val="100000"/>
              </a:lnSpc>
              <a:spcBef>
                <a:spcPts val="0"/>
              </a:spcBef>
              <a:spcAft>
                <a:spcPts val="0"/>
              </a:spcAft>
              <a:buSzPts val="2000"/>
              <a:buFont typeface="Raleway"/>
              <a:buNone/>
              <a:defRPr b="1" sz="2000">
                <a:latin typeface="Raleway"/>
                <a:ea typeface="Raleway"/>
                <a:cs typeface="Raleway"/>
                <a:sym typeface="Raleway"/>
              </a:defRPr>
            </a:lvl3pPr>
            <a:lvl4pPr lvl="3" algn="l">
              <a:lnSpc>
                <a:spcPct val="100000"/>
              </a:lnSpc>
              <a:spcBef>
                <a:spcPts val="0"/>
              </a:spcBef>
              <a:spcAft>
                <a:spcPts val="0"/>
              </a:spcAft>
              <a:buSzPts val="2000"/>
              <a:buFont typeface="Raleway"/>
              <a:buNone/>
              <a:defRPr b="1" sz="2000">
                <a:latin typeface="Raleway"/>
                <a:ea typeface="Raleway"/>
                <a:cs typeface="Raleway"/>
                <a:sym typeface="Raleway"/>
              </a:defRPr>
            </a:lvl4pPr>
            <a:lvl5pPr lvl="4" algn="l">
              <a:lnSpc>
                <a:spcPct val="100000"/>
              </a:lnSpc>
              <a:spcBef>
                <a:spcPts val="0"/>
              </a:spcBef>
              <a:spcAft>
                <a:spcPts val="0"/>
              </a:spcAft>
              <a:buSzPts val="2000"/>
              <a:buFont typeface="Raleway"/>
              <a:buNone/>
              <a:defRPr b="1" sz="2000">
                <a:latin typeface="Raleway"/>
                <a:ea typeface="Raleway"/>
                <a:cs typeface="Raleway"/>
                <a:sym typeface="Raleway"/>
              </a:defRPr>
            </a:lvl5pPr>
            <a:lvl6pPr lvl="5" algn="l">
              <a:lnSpc>
                <a:spcPct val="100000"/>
              </a:lnSpc>
              <a:spcBef>
                <a:spcPts val="0"/>
              </a:spcBef>
              <a:spcAft>
                <a:spcPts val="0"/>
              </a:spcAft>
              <a:buSzPts val="2000"/>
              <a:buFont typeface="Raleway"/>
              <a:buNone/>
              <a:defRPr b="1" sz="2000">
                <a:latin typeface="Raleway"/>
                <a:ea typeface="Raleway"/>
                <a:cs typeface="Raleway"/>
                <a:sym typeface="Raleway"/>
              </a:defRPr>
            </a:lvl6pPr>
            <a:lvl7pPr lvl="6" algn="l">
              <a:lnSpc>
                <a:spcPct val="100000"/>
              </a:lnSpc>
              <a:spcBef>
                <a:spcPts val="0"/>
              </a:spcBef>
              <a:spcAft>
                <a:spcPts val="0"/>
              </a:spcAft>
              <a:buSzPts val="2000"/>
              <a:buFont typeface="Raleway"/>
              <a:buNone/>
              <a:defRPr b="1" sz="2000">
                <a:latin typeface="Raleway"/>
                <a:ea typeface="Raleway"/>
                <a:cs typeface="Raleway"/>
                <a:sym typeface="Raleway"/>
              </a:defRPr>
            </a:lvl7pPr>
            <a:lvl8pPr lvl="7" algn="l">
              <a:lnSpc>
                <a:spcPct val="100000"/>
              </a:lnSpc>
              <a:spcBef>
                <a:spcPts val="0"/>
              </a:spcBef>
              <a:spcAft>
                <a:spcPts val="0"/>
              </a:spcAft>
              <a:buSzPts val="2000"/>
              <a:buFont typeface="Raleway"/>
              <a:buNone/>
              <a:defRPr b="1" sz="2000">
                <a:latin typeface="Raleway"/>
                <a:ea typeface="Raleway"/>
                <a:cs typeface="Raleway"/>
                <a:sym typeface="Raleway"/>
              </a:defRPr>
            </a:lvl8pPr>
            <a:lvl9pPr lvl="8" algn="l">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09" name="Google Shape;109;p4"/>
          <p:cNvSpPr txBox="1"/>
          <p:nvPr>
            <p:ph idx="8" type="subTitle"/>
          </p:nvPr>
        </p:nvSpPr>
        <p:spPr>
          <a:xfrm>
            <a:off x="3360350" y="1917475"/>
            <a:ext cx="2428200" cy="481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SzPts val="2000"/>
              <a:buFont typeface="Raleway"/>
              <a:buNone/>
              <a:defRPr b="1" sz="2000">
                <a:latin typeface="Raleway"/>
                <a:ea typeface="Raleway"/>
                <a:cs typeface="Raleway"/>
                <a:sym typeface="Raleway"/>
              </a:defRPr>
            </a:lvl2pPr>
            <a:lvl3pPr lvl="2" algn="l">
              <a:lnSpc>
                <a:spcPct val="100000"/>
              </a:lnSpc>
              <a:spcBef>
                <a:spcPts val="0"/>
              </a:spcBef>
              <a:spcAft>
                <a:spcPts val="0"/>
              </a:spcAft>
              <a:buSzPts val="2000"/>
              <a:buFont typeface="Raleway"/>
              <a:buNone/>
              <a:defRPr b="1" sz="2000">
                <a:latin typeface="Raleway"/>
                <a:ea typeface="Raleway"/>
                <a:cs typeface="Raleway"/>
                <a:sym typeface="Raleway"/>
              </a:defRPr>
            </a:lvl3pPr>
            <a:lvl4pPr lvl="3" algn="l">
              <a:lnSpc>
                <a:spcPct val="100000"/>
              </a:lnSpc>
              <a:spcBef>
                <a:spcPts val="0"/>
              </a:spcBef>
              <a:spcAft>
                <a:spcPts val="0"/>
              </a:spcAft>
              <a:buSzPts val="2000"/>
              <a:buFont typeface="Raleway"/>
              <a:buNone/>
              <a:defRPr b="1" sz="2000">
                <a:latin typeface="Raleway"/>
                <a:ea typeface="Raleway"/>
                <a:cs typeface="Raleway"/>
                <a:sym typeface="Raleway"/>
              </a:defRPr>
            </a:lvl4pPr>
            <a:lvl5pPr lvl="4" algn="l">
              <a:lnSpc>
                <a:spcPct val="100000"/>
              </a:lnSpc>
              <a:spcBef>
                <a:spcPts val="0"/>
              </a:spcBef>
              <a:spcAft>
                <a:spcPts val="0"/>
              </a:spcAft>
              <a:buSzPts val="2000"/>
              <a:buFont typeface="Raleway"/>
              <a:buNone/>
              <a:defRPr b="1" sz="2000">
                <a:latin typeface="Raleway"/>
                <a:ea typeface="Raleway"/>
                <a:cs typeface="Raleway"/>
                <a:sym typeface="Raleway"/>
              </a:defRPr>
            </a:lvl5pPr>
            <a:lvl6pPr lvl="5" algn="l">
              <a:lnSpc>
                <a:spcPct val="100000"/>
              </a:lnSpc>
              <a:spcBef>
                <a:spcPts val="0"/>
              </a:spcBef>
              <a:spcAft>
                <a:spcPts val="0"/>
              </a:spcAft>
              <a:buSzPts val="2000"/>
              <a:buFont typeface="Raleway"/>
              <a:buNone/>
              <a:defRPr b="1" sz="2000">
                <a:latin typeface="Raleway"/>
                <a:ea typeface="Raleway"/>
                <a:cs typeface="Raleway"/>
                <a:sym typeface="Raleway"/>
              </a:defRPr>
            </a:lvl6pPr>
            <a:lvl7pPr lvl="6" algn="l">
              <a:lnSpc>
                <a:spcPct val="100000"/>
              </a:lnSpc>
              <a:spcBef>
                <a:spcPts val="0"/>
              </a:spcBef>
              <a:spcAft>
                <a:spcPts val="0"/>
              </a:spcAft>
              <a:buSzPts val="2000"/>
              <a:buFont typeface="Raleway"/>
              <a:buNone/>
              <a:defRPr b="1" sz="2000">
                <a:latin typeface="Raleway"/>
                <a:ea typeface="Raleway"/>
                <a:cs typeface="Raleway"/>
                <a:sym typeface="Raleway"/>
              </a:defRPr>
            </a:lvl7pPr>
            <a:lvl8pPr lvl="7" algn="l">
              <a:lnSpc>
                <a:spcPct val="100000"/>
              </a:lnSpc>
              <a:spcBef>
                <a:spcPts val="0"/>
              </a:spcBef>
              <a:spcAft>
                <a:spcPts val="0"/>
              </a:spcAft>
              <a:buSzPts val="2000"/>
              <a:buFont typeface="Raleway"/>
              <a:buNone/>
              <a:defRPr b="1" sz="2000">
                <a:latin typeface="Raleway"/>
                <a:ea typeface="Raleway"/>
                <a:cs typeface="Raleway"/>
                <a:sym typeface="Raleway"/>
              </a:defRPr>
            </a:lvl8pPr>
            <a:lvl9pPr lvl="8" algn="l">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0" name="Google Shape;110;p4"/>
          <p:cNvSpPr txBox="1"/>
          <p:nvPr>
            <p:ph idx="9" type="subTitle"/>
          </p:nvPr>
        </p:nvSpPr>
        <p:spPr>
          <a:xfrm>
            <a:off x="6000700" y="1917475"/>
            <a:ext cx="2428200" cy="481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SzPts val="2000"/>
              <a:buFont typeface="Raleway"/>
              <a:buNone/>
              <a:defRPr b="1" sz="2000">
                <a:latin typeface="Raleway"/>
                <a:ea typeface="Raleway"/>
                <a:cs typeface="Raleway"/>
                <a:sym typeface="Raleway"/>
              </a:defRPr>
            </a:lvl2pPr>
            <a:lvl3pPr lvl="2" algn="l">
              <a:lnSpc>
                <a:spcPct val="100000"/>
              </a:lnSpc>
              <a:spcBef>
                <a:spcPts val="0"/>
              </a:spcBef>
              <a:spcAft>
                <a:spcPts val="0"/>
              </a:spcAft>
              <a:buSzPts val="2000"/>
              <a:buFont typeface="Raleway"/>
              <a:buNone/>
              <a:defRPr b="1" sz="2000">
                <a:latin typeface="Raleway"/>
                <a:ea typeface="Raleway"/>
                <a:cs typeface="Raleway"/>
                <a:sym typeface="Raleway"/>
              </a:defRPr>
            </a:lvl3pPr>
            <a:lvl4pPr lvl="3" algn="l">
              <a:lnSpc>
                <a:spcPct val="100000"/>
              </a:lnSpc>
              <a:spcBef>
                <a:spcPts val="0"/>
              </a:spcBef>
              <a:spcAft>
                <a:spcPts val="0"/>
              </a:spcAft>
              <a:buSzPts val="2000"/>
              <a:buFont typeface="Raleway"/>
              <a:buNone/>
              <a:defRPr b="1" sz="2000">
                <a:latin typeface="Raleway"/>
                <a:ea typeface="Raleway"/>
                <a:cs typeface="Raleway"/>
                <a:sym typeface="Raleway"/>
              </a:defRPr>
            </a:lvl4pPr>
            <a:lvl5pPr lvl="4" algn="l">
              <a:lnSpc>
                <a:spcPct val="100000"/>
              </a:lnSpc>
              <a:spcBef>
                <a:spcPts val="0"/>
              </a:spcBef>
              <a:spcAft>
                <a:spcPts val="0"/>
              </a:spcAft>
              <a:buSzPts val="2000"/>
              <a:buFont typeface="Raleway"/>
              <a:buNone/>
              <a:defRPr b="1" sz="2000">
                <a:latin typeface="Raleway"/>
                <a:ea typeface="Raleway"/>
                <a:cs typeface="Raleway"/>
                <a:sym typeface="Raleway"/>
              </a:defRPr>
            </a:lvl5pPr>
            <a:lvl6pPr lvl="5" algn="l">
              <a:lnSpc>
                <a:spcPct val="100000"/>
              </a:lnSpc>
              <a:spcBef>
                <a:spcPts val="0"/>
              </a:spcBef>
              <a:spcAft>
                <a:spcPts val="0"/>
              </a:spcAft>
              <a:buSzPts val="2000"/>
              <a:buFont typeface="Raleway"/>
              <a:buNone/>
              <a:defRPr b="1" sz="2000">
                <a:latin typeface="Raleway"/>
                <a:ea typeface="Raleway"/>
                <a:cs typeface="Raleway"/>
                <a:sym typeface="Raleway"/>
              </a:defRPr>
            </a:lvl6pPr>
            <a:lvl7pPr lvl="6" algn="l">
              <a:lnSpc>
                <a:spcPct val="100000"/>
              </a:lnSpc>
              <a:spcBef>
                <a:spcPts val="0"/>
              </a:spcBef>
              <a:spcAft>
                <a:spcPts val="0"/>
              </a:spcAft>
              <a:buSzPts val="2000"/>
              <a:buFont typeface="Raleway"/>
              <a:buNone/>
              <a:defRPr b="1" sz="2000">
                <a:latin typeface="Raleway"/>
                <a:ea typeface="Raleway"/>
                <a:cs typeface="Raleway"/>
                <a:sym typeface="Raleway"/>
              </a:defRPr>
            </a:lvl7pPr>
            <a:lvl8pPr lvl="7" algn="l">
              <a:lnSpc>
                <a:spcPct val="100000"/>
              </a:lnSpc>
              <a:spcBef>
                <a:spcPts val="0"/>
              </a:spcBef>
              <a:spcAft>
                <a:spcPts val="0"/>
              </a:spcAft>
              <a:buSzPts val="2000"/>
              <a:buFont typeface="Raleway"/>
              <a:buNone/>
              <a:defRPr b="1" sz="2000">
                <a:latin typeface="Raleway"/>
                <a:ea typeface="Raleway"/>
                <a:cs typeface="Raleway"/>
                <a:sym typeface="Raleway"/>
              </a:defRPr>
            </a:lvl8pPr>
            <a:lvl9pPr lvl="8" algn="l">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1" name="Google Shape;111;p4"/>
          <p:cNvSpPr txBox="1"/>
          <p:nvPr>
            <p:ph idx="13" type="subTitle"/>
          </p:nvPr>
        </p:nvSpPr>
        <p:spPr>
          <a:xfrm>
            <a:off x="720000" y="3516225"/>
            <a:ext cx="2428200" cy="481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SzPts val="2000"/>
              <a:buFont typeface="Raleway"/>
              <a:buNone/>
              <a:defRPr b="1" sz="2000">
                <a:latin typeface="Raleway"/>
                <a:ea typeface="Raleway"/>
                <a:cs typeface="Raleway"/>
                <a:sym typeface="Raleway"/>
              </a:defRPr>
            </a:lvl2pPr>
            <a:lvl3pPr lvl="2" algn="l">
              <a:lnSpc>
                <a:spcPct val="100000"/>
              </a:lnSpc>
              <a:spcBef>
                <a:spcPts val="0"/>
              </a:spcBef>
              <a:spcAft>
                <a:spcPts val="0"/>
              </a:spcAft>
              <a:buSzPts val="2000"/>
              <a:buFont typeface="Raleway"/>
              <a:buNone/>
              <a:defRPr b="1" sz="2000">
                <a:latin typeface="Raleway"/>
                <a:ea typeface="Raleway"/>
                <a:cs typeface="Raleway"/>
                <a:sym typeface="Raleway"/>
              </a:defRPr>
            </a:lvl3pPr>
            <a:lvl4pPr lvl="3" algn="l">
              <a:lnSpc>
                <a:spcPct val="100000"/>
              </a:lnSpc>
              <a:spcBef>
                <a:spcPts val="0"/>
              </a:spcBef>
              <a:spcAft>
                <a:spcPts val="0"/>
              </a:spcAft>
              <a:buSzPts val="2000"/>
              <a:buFont typeface="Raleway"/>
              <a:buNone/>
              <a:defRPr b="1" sz="2000">
                <a:latin typeface="Raleway"/>
                <a:ea typeface="Raleway"/>
                <a:cs typeface="Raleway"/>
                <a:sym typeface="Raleway"/>
              </a:defRPr>
            </a:lvl4pPr>
            <a:lvl5pPr lvl="4" algn="l">
              <a:lnSpc>
                <a:spcPct val="100000"/>
              </a:lnSpc>
              <a:spcBef>
                <a:spcPts val="0"/>
              </a:spcBef>
              <a:spcAft>
                <a:spcPts val="0"/>
              </a:spcAft>
              <a:buSzPts val="2000"/>
              <a:buFont typeface="Raleway"/>
              <a:buNone/>
              <a:defRPr b="1" sz="2000">
                <a:latin typeface="Raleway"/>
                <a:ea typeface="Raleway"/>
                <a:cs typeface="Raleway"/>
                <a:sym typeface="Raleway"/>
              </a:defRPr>
            </a:lvl5pPr>
            <a:lvl6pPr lvl="5" algn="l">
              <a:lnSpc>
                <a:spcPct val="100000"/>
              </a:lnSpc>
              <a:spcBef>
                <a:spcPts val="0"/>
              </a:spcBef>
              <a:spcAft>
                <a:spcPts val="0"/>
              </a:spcAft>
              <a:buSzPts val="2000"/>
              <a:buFont typeface="Raleway"/>
              <a:buNone/>
              <a:defRPr b="1" sz="2000">
                <a:latin typeface="Raleway"/>
                <a:ea typeface="Raleway"/>
                <a:cs typeface="Raleway"/>
                <a:sym typeface="Raleway"/>
              </a:defRPr>
            </a:lvl6pPr>
            <a:lvl7pPr lvl="6" algn="l">
              <a:lnSpc>
                <a:spcPct val="100000"/>
              </a:lnSpc>
              <a:spcBef>
                <a:spcPts val="0"/>
              </a:spcBef>
              <a:spcAft>
                <a:spcPts val="0"/>
              </a:spcAft>
              <a:buSzPts val="2000"/>
              <a:buFont typeface="Raleway"/>
              <a:buNone/>
              <a:defRPr b="1" sz="2000">
                <a:latin typeface="Raleway"/>
                <a:ea typeface="Raleway"/>
                <a:cs typeface="Raleway"/>
                <a:sym typeface="Raleway"/>
              </a:defRPr>
            </a:lvl7pPr>
            <a:lvl8pPr lvl="7" algn="l">
              <a:lnSpc>
                <a:spcPct val="100000"/>
              </a:lnSpc>
              <a:spcBef>
                <a:spcPts val="0"/>
              </a:spcBef>
              <a:spcAft>
                <a:spcPts val="0"/>
              </a:spcAft>
              <a:buSzPts val="2000"/>
              <a:buFont typeface="Raleway"/>
              <a:buNone/>
              <a:defRPr b="1" sz="2000">
                <a:latin typeface="Raleway"/>
                <a:ea typeface="Raleway"/>
                <a:cs typeface="Raleway"/>
                <a:sym typeface="Raleway"/>
              </a:defRPr>
            </a:lvl8pPr>
            <a:lvl9pPr lvl="8" algn="l">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2" name="Google Shape;112;p4"/>
          <p:cNvSpPr txBox="1"/>
          <p:nvPr>
            <p:ph idx="14" type="subTitle"/>
          </p:nvPr>
        </p:nvSpPr>
        <p:spPr>
          <a:xfrm>
            <a:off x="3360350" y="3516225"/>
            <a:ext cx="2428200" cy="481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SzPts val="2000"/>
              <a:buFont typeface="Raleway"/>
              <a:buNone/>
              <a:defRPr b="1" sz="2000">
                <a:latin typeface="Raleway"/>
                <a:ea typeface="Raleway"/>
                <a:cs typeface="Raleway"/>
                <a:sym typeface="Raleway"/>
              </a:defRPr>
            </a:lvl2pPr>
            <a:lvl3pPr lvl="2" algn="l">
              <a:lnSpc>
                <a:spcPct val="100000"/>
              </a:lnSpc>
              <a:spcBef>
                <a:spcPts val="0"/>
              </a:spcBef>
              <a:spcAft>
                <a:spcPts val="0"/>
              </a:spcAft>
              <a:buSzPts val="2000"/>
              <a:buFont typeface="Raleway"/>
              <a:buNone/>
              <a:defRPr b="1" sz="2000">
                <a:latin typeface="Raleway"/>
                <a:ea typeface="Raleway"/>
                <a:cs typeface="Raleway"/>
                <a:sym typeface="Raleway"/>
              </a:defRPr>
            </a:lvl3pPr>
            <a:lvl4pPr lvl="3" algn="l">
              <a:lnSpc>
                <a:spcPct val="100000"/>
              </a:lnSpc>
              <a:spcBef>
                <a:spcPts val="0"/>
              </a:spcBef>
              <a:spcAft>
                <a:spcPts val="0"/>
              </a:spcAft>
              <a:buSzPts val="2000"/>
              <a:buFont typeface="Raleway"/>
              <a:buNone/>
              <a:defRPr b="1" sz="2000">
                <a:latin typeface="Raleway"/>
                <a:ea typeface="Raleway"/>
                <a:cs typeface="Raleway"/>
                <a:sym typeface="Raleway"/>
              </a:defRPr>
            </a:lvl4pPr>
            <a:lvl5pPr lvl="4" algn="l">
              <a:lnSpc>
                <a:spcPct val="100000"/>
              </a:lnSpc>
              <a:spcBef>
                <a:spcPts val="0"/>
              </a:spcBef>
              <a:spcAft>
                <a:spcPts val="0"/>
              </a:spcAft>
              <a:buSzPts val="2000"/>
              <a:buFont typeface="Raleway"/>
              <a:buNone/>
              <a:defRPr b="1" sz="2000">
                <a:latin typeface="Raleway"/>
                <a:ea typeface="Raleway"/>
                <a:cs typeface="Raleway"/>
                <a:sym typeface="Raleway"/>
              </a:defRPr>
            </a:lvl5pPr>
            <a:lvl6pPr lvl="5" algn="l">
              <a:lnSpc>
                <a:spcPct val="100000"/>
              </a:lnSpc>
              <a:spcBef>
                <a:spcPts val="0"/>
              </a:spcBef>
              <a:spcAft>
                <a:spcPts val="0"/>
              </a:spcAft>
              <a:buSzPts val="2000"/>
              <a:buFont typeface="Raleway"/>
              <a:buNone/>
              <a:defRPr b="1" sz="2000">
                <a:latin typeface="Raleway"/>
                <a:ea typeface="Raleway"/>
                <a:cs typeface="Raleway"/>
                <a:sym typeface="Raleway"/>
              </a:defRPr>
            </a:lvl6pPr>
            <a:lvl7pPr lvl="6" algn="l">
              <a:lnSpc>
                <a:spcPct val="100000"/>
              </a:lnSpc>
              <a:spcBef>
                <a:spcPts val="0"/>
              </a:spcBef>
              <a:spcAft>
                <a:spcPts val="0"/>
              </a:spcAft>
              <a:buSzPts val="2000"/>
              <a:buFont typeface="Raleway"/>
              <a:buNone/>
              <a:defRPr b="1" sz="2000">
                <a:latin typeface="Raleway"/>
                <a:ea typeface="Raleway"/>
                <a:cs typeface="Raleway"/>
                <a:sym typeface="Raleway"/>
              </a:defRPr>
            </a:lvl7pPr>
            <a:lvl8pPr lvl="7" algn="l">
              <a:lnSpc>
                <a:spcPct val="100000"/>
              </a:lnSpc>
              <a:spcBef>
                <a:spcPts val="0"/>
              </a:spcBef>
              <a:spcAft>
                <a:spcPts val="0"/>
              </a:spcAft>
              <a:buSzPts val="2000"/>
              <a:buFont typeface="Raleway"/>
              <a:buNone/>
              <a:defRPr b="1" sz="2000">
                <a:latin typeface="Raleway"/>
                <a:ea typeface="Raleway"/>
                <a:cs typeface="Raleway"/>
                <a:sym typeface="Raleway"/>
              </a:defRPr>
            </a:lvl8pPr>
            <a:lvl9pPr lvl="8" algn="l">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sp>
        <p:nvSpPr>
          <p:cNvPr id="113" name="Google Shape;113;p4"/>
          <p:cNvSpPr txBox="1"/>
          <p:nvPr>
            <p:ph idx="15" type="subTitle"/>
          </p:nvPr>
        </p:nvSpPr>
        <p:spPr>
          <a:xfrm>
            <a:off x="6000700" y="3516225"/>
            <a:ext cx="2428200" cy="4815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SzPts val="2000"/>
              <a:buFont typeface="Raleway"/>
              <a:buNone/>
              <a:defRPr b="1" sz="2000">
                <a:latin typeface="Raleway"/>
                <a:ea typeface="Raleway"/>
                <a:cs typeface="Raleway"/>
                <a:sym typeface="Raleway"/>
              </a:defRPr>
            </a:lvl2pPr>
            <a:lvl3pPr lvl="2" algn="l">
              <a:lnSpc>
                <a:spcPct val="100000"/>
              </a:lnSpc>
              <a:spcBef>
                <a:spcPts val="0"/>
              </a:spcBef>
              <a:spcAft>
                <a:spcPts val="0"/>
              </a:spcAft>
              <a:buSzPts val="2000"/>
              <a:buFont typeface="Raleway"/>
              <a:buNone/>
              <a:defRPr b="1" sz="2000">
                <a:latin typeface="Raleway"/>
                <a:ea typeface="Raleway"/>
                <a:cs typeface="Raleway"/>
                <a:sym typeface="Raleway"/>
              </a:defRPr>
            </a:lvl3pPr>
            <a:lvl4pPr lvl="3" algn="l">
              <a:lnSpc>
                <a:spcPct val="100000"/>
              </a:lnSpc>
              <a:spcBef>
                <a:spcPts val="0"/>
              </a:spcBef>
              <a:spcAft>
                <a:spcPts val="0"/>
              </a:spcAft>
              <a:buSzPts val="2000"/>
              <a:buFont typeface="Raleway"/>
              <a:buNone/>
              <a:defRPr b="1" sz="2000">
                <a:latin typeface="Raleway"/>
                <a:ea typeface="Raleway"/>
                <a:cs typeface="Raleway"/>
                <a:sym typeface="Raleway"/>
              </a:defRPr>
            </a:lvl4pPr>
            <a:lvl5pPr lvl="4" algn="l">
              <a:lnSpc>
                <a:spcPct val="100000"/>
              </a:lnSpc>
              <a:spcBef>
                <a:spcPts val="0"/>
              </a:spcBef>
              <a:spcAft>
                <a:spcPts val="0"/>
              </a:spcAft>
              <a:buSzPts val="2000"/>
              <a:buFont typeface="Raleway"/>
              <a:buNone/>
              <a:defRPr b="1" sz="2000">
                <a:latin typeface="Raleway"/>
                <a:ea typeface="Raleway"/>
                <a:cs typeface="Raleway"/>
                <a:sym typeface="Raleway"/>
              </a:defRPr>
            </a:lvl5pPr>
            <a:lvl6pPr lvl="5" algn="l">
              <a:lnSpc>
                <a:spcPct val="100000"/>
              </a:lnSpc>
              <a:spcBef>
                <a:spcPts val="0"/>
              </a:spcBef>
              <a:spcAft>
                <a:spcPts val="0"/>
              </a:spcAft>
              <a:buSzPts val="2000"/>
              <a:buFont typeface="Raleway"/>
              <a:buNone/>
              <a:defRPr b="1" sz="2000">
                <a:latin typeface="Raleway"/>
                <a:ea typeface="Raleway"/>
                <a:cs typeface="Raleway"/>
                <a:sym typeface="Raleway"/>
              </a:defRPr>
            </a:lvl6pPr>
            <a:lvl7pPr lvl="6" algn="l">
              <a:lnSpc>
                <a:spcPct val="100000"/>
              </a:lnSpc>
              <a:spcBef>
                <a:spcPts val="0"/>
              </a:spcBef>
              <a:spcAft>
                <a:spcPts val="0"/>
              </a:spcAft>
              <a:buSzPts val="2000"/>
              <a:buFont typeface="Raleway"/>
              <a:buNone/>
              <a:defRPr b="1" sz="2000">
                <a:latin typeface="Raleway"/>
                <a:ea typeface="Raleway"/>
                <a:cs typeface="Raleway"/>
                <a:sym typeface="Raleway"/>
              </a:defRPr>
            </a:lvl7pPr>
            <a:lvl8pPr lvl="7" algn="l">
              <a:lnSpc>
                <a:spcPct val="100000"/>
              </a:lnSpc>
              <a:spcBef>
                <a:spcPts val="0"/>
              </a:spcBef>
              <a:spcAft>
                <a:spcPts val="0"/>
              </a:spcAft>
              <a:buSzPts val="2000"/>
              <a:buFont typeface="Raleway"/>
              <a:buNone/>
              <a:defRPr b="1" sz="2000">
                <a:latin typeface="Raleway"/>
                <a:ea typeface="Raleway"/>
                <a:cs typeface="Raleway"/>
                <a:sym typeface="Raleway"/>
              </a:defRPr>
            </a:lvl8pPr>
            <a:lvl9pPr lvl="8" algn="l">
              <a:lnSpc>
                <a:spcPct val="100000"/>
              </a:lnSpc>
              <a:spcBef>
                <a:spcPts val="0"/>
              </a:spcBef>
              <a:spcAft>
                <a:spcPts val="0"/>
              </a:spcAft>
              <a:buSzPts val="2000"/>
              <a:buFont typeface="Raleway"/>
              <a:buNone/>
              <a:defRPr b="1" sz="2000">
                <a:latin typeface="Raleway"/>
                <a:ea typeface="Raleway"/>
                <a:cs typeface="Raleway"/>
                <a:sym typeface="Raleway"/>
              </a:defRPr>
            </a:lvl9pPr>
          </a:lstStyle>
          <a:p/>
        </p:txBody>
      </p:sp>
      <p:grpSp>
        <p:nvGrpSpPr>
          <p:cNvPr id="114" name="Google Shape;114;p4"/>
          <p:cNvGrpSpPr/>
          <p:nvPr/>
        </p:nvGrpSpPr>
        <p:grpSpPr>
          <a:xfrm rot="1439793">
            <a:off x="-437825" y="4359700"/>
            <a:ext cx="961088" cy="280297"/>
            <a:chOff x="640" y="1594"/>
            <a:chExt cx="605" cy="177"/>
          </a:xfrm>
        </p:grpSpPr>
        <p:sp>
          <p:nvSpPr>
            <p:cNvPr id="115" name="Google Shape;115;p4"/>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16" name="Google Shape;116;p4"/>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17" name="Google Shape;117;p4"/>
          <p:cNvGrpSpPr/>
          <p:nvPr/>
        </p:nvGrpSpPr>
        <p:grpSpPr>
          <a:xfrm>
            <a:off x="-320300" y="-331731"/>
            <a:ext cx="9669864" cy="5663085"/>
            <a:chOff x="-320300" y="-331731"/>
            <a:chExt cx="9669864" cy="5663085"/>
          </a:xfrm>
        </p:grpSpPr>
        <p:grpSp>
          <p:nvGrpSpPr>
            <p:cNvPr id="118" name="Google Shape;118;p4"/>
            <p:cNvGrpSpPr/>
            <p:nvPr/>
          </p:nvGrpSpPr>
          <p:grpSpPr>
            <a:xfrm>
              <a:off x="8115809" y="-331731"/>
              <a:ext cx="625855" cy="646908"/>
              <a:chOff x="7138988" y="265113"/>
              <a:chExt cx="1746248" cy="1804989"/>
            </a:xfrm>
          </p:grpSpPr>
          <p:sp>
            <p:nvSpPr>
              <p:cNvPr id="119" name="Google Shape;119;p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 name="Google Shape;120;p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1" name="Google Shape;121;p4"/>
            <p:cNvGrpSpPr/>
            <p:nvPr/>
          </p:nvGrpSpPr>
          <p:grpSpPr>
            <a:xfrm>
              <a:off x="8953340" y="445027"/>
              <a:ext cx="396224" cy="409552"/>
              <a:chOff x="7138988" y="265113"/>
              <a:chExt cx="1746248" cy="1804989"/>
            </a:xfrm>
          </p:grpSpPr>
          <p:sp>
            <p:nvSpPr>
              <p:cNvPr id="122" name="Google Shape;122;p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 name="Google Shape;123;p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4" name="Google Shape;124;p4"/>
            <p:cNvGrpSpPr/>
            <p:nvPr/>
          </p:nvGrpSpPr>
          <p:grpSpPr>
            <a:xfrm>
              <a:off x="-320300" y="2985344"/>
              <a:ext cx="1718127" cy="2346010"/>
              <a:chOff x="-320300" y="2985344"/>
              <a:chExt cx="1718127" cy="2346010"/>
            </a:xfrm>
          </p:grpSpPr>
          <p:grpSp>
            <p:nvGrpSpPr>
              <p:cNvPr id="125" name="Google Shape;125;p4"/>
              <p:cNvGrpSpPr/>
              <p:nvPr/>
            </p:nvGrpSpPr>
            <p:grpSpPr>
              <a:xfrm>
                <a:off x="-320300" y="2985344"/>
                <a:ext cx="625855" cy="646908"/>
                <a:chOff x="7138988" y="265113"/>
                <a:chExt cx="1746248" cy="1804989"/>
              </a:xfrm>
            </p:grpSpPr>
            <p:sp>
              <p:nvSpPr>
                <p:cNvPr id="126" name="Google Shape;126;p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 name="Google Shape;127;p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8" name="Google Shape;128;p4"/>
              <p:cNvGrpSpPr/>
              <p:nvPr/>
            </p:nvGrpSpPr>
            <p:grpSpPr>
              <a:xfrm>
                <a:off x="1001603" y="4921802"/>
                <a:ext cx="396224" cy="409552"/>
                <a:chOff x="7138988" y="265113"/>
                <a:chExt cx="1746248" cy="1804989"/>
              </a:xfrm>
            </p:grpSpPr>
            <p:sp>
              <p:nvSpPr>
                <p:cNvPr id="129" name="Google Shape;129;p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0" name="Google Shape;130;p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131" name="Google Shape;131;p4"/>
          <p:cNvGrpSpPr/>
          <p:nvPr/>
        </p:nvGrpSpPr>
        <p:grpSpPr>
          <a:xfrm>
            <a:off x="-17393" y="-116930"/>
            <a:ext cx="9901334" cy="4725438"/>
            <a:chOff x="-17393" y="-116930"/>
            <a:chExt cx="9901334" cy="4725438"/>
          </a:xfrm>
        </p:grpSpPr>
        <p:grpSp>
          <p:nvGrpSpPr>
            <p:cNvPr id="132" name="Google Shape;132;p4"/>
            <p:cNvGrpSpPr/>
            <p:nvPr/>
          </p:nvGrpSpPr>
          <p:grpSpPr>
            <a:xfrm>
              <a:off x="8418969" y="4391189"/>
              <a:ext cx="1464972" cy="217319"/>
              <a:chOff x="6424613" y="2481263"/>
              <a:chExt cx="2878137" cy="427038"/>
            </a:xfrm>
          </p:grpSpPr>
          <p:sp>
            <p:nvSpPr>
              <p:cNvPr id="133" name="Google Shape;133;p4"/>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 name="Google Shape;134;p4"/>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p4"/>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 name="Google Shape;136;p4"/>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4"/>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 name="Google Shape;138;p4"/>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 name="Google Shape;139;p4"/>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 name="Google Shape;140;p4"/>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1" name="Google Shape;141;p4"/>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2" name="Google Shape;142;p4"/>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43" name="Google Shape;143;p4"/>
            <p:cNvGrpSpPr/>
            <p:nvPr/>
          </p:nvGrpSpPr>
          <p:grpSpPr>
            <a:xfrm>
              <a:off x="-17393" y="-116930"/>
              <a:ext cx="1464972" cy="217319"/>
              <a:chOff x="6424613" y="2481263"/>
              <a:chExt cx="2878137" cy="427038"/>
            </a:xfrm>
          </p:grpSpPr>
          <p:sp>
            <p:nvSpPr>
              <p:cNvPr id="144" name="Google Shape;144;p4"/>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5" name="Google Shape;145;p4"/>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p4"/>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7" name="Google Shape;147;p4"/>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4"/>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9" name="Google Shape;149;p4"/>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0" name="Google Shape;150;p4"/>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1" name="Google Shape;151;p4"/>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2" name="Google Shape;152;p4"/>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3" name="Google Shape;153;p4"/>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54" name="Shape 154"/>
        <p:cNvGrpSpPr/>
        <p:nvPr/>
      </p:nvGrpSpPr>
      <p:grpSpPr>
        <a:xfrm>
          <a:off x="0" y="0"/>
          <a:ext cx="0" cy="0"/>
          <a:chOff x="0" y="0"/>
          <a:chExt cx="0" cy="0"/>
        </a:xfrm>
      </p:grpSpPr>
      <p:sp>
        <p:nvSpPr>
          <p:cNvPr id="155" name="Google Shape;155;p5"/>
          <p:cNvSpPr txBox="1"/>
          <p:nvPr>
            <p:ph type="title"/>
          </p:nvPr>
        </p:nvSpPr>
        <p:spPr>
          <a:xfrm>
            <a:off x="720000" y="445025"/>
            <a:ext cx="4324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sz="2900"/>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156" name="Google Shape;156;p5"/>
          <p:cNvSpPr txBox="1"/>
          <p:nvPr>
            <p:ph idx="1" type="body"/>
          </p:nvPr>
        </p:nvSpPr>
        <p:spPr>
          <a:xfrm>
            <a:off x="720000" y="1547575"/>
            <a:ext cx="4244400" cy="2664600"/>
          </a:xfrm>
          <a:prstGeom prst="rect">
            <a:avLst/>
          </a:prstGeom>
          <a:noFill/>
          <a:ln>
            <a:noFill/>
          </a:ln>
        </p:spPr>
        <p:txBody>
          <a:bodyPr anchorCtr="0" anchor="t" bIns="91425" lIns="91425" spcFirstLastPara="1" rIns="91425" wrap="square" tIns="91425">
            <a:noAutofit/>
          </a:bodyPr>
          <a:lstStyle>
            <a:lvl1pPr indent="-304800" lvl="0" marL="457200" algn="l">
              <a:lnSpc>
                <a:spcPct val="100000"/>
              </a:lnSpc>
              <a:spcBef>
                <a:spcPts val="0"/>
              </a:spcBef>
              <a:spcAft>
                <a:spcPts val="0"/>
              </a:spcAft>
              <a:buSzPts val="1200"/>
              <a:buFont typeface="Nunito Light"/>
              <a:buChar char="●"/>
              <a:defRPr/>
            </a:lvl1pPr>
            <a:lvl2pPr indent="-304800" lvl="1" marL="914400" algn="l">
              <a:lnSpc>
                <a:spcPct val="100000"/>
              </a:lnSpc>
              <a:spcBef>
                <a:spcPts val="1000"/>
              </a:spcBef>
              <a:spcAft>
                <a:spcPts val="0"/>
              </a:spcAft>
              <a:buSzPts val="1200"/>
              <a:buFont typeface="Nunito Light"/>
              <a:buChar char="○"/>
              <a:defRPr/>
            </a:lvl2pPr>
            <a:lvl3pPr indent="-304800" lvl="2" marL="1371600" algn="l">
              <a:lnSpc>
                <a:spcPct val="100000"/>
              </a:lnSpc>
              <a:spcBef>
                <a:spcPts val="0"/>
              </a:spcBef>
              <a:spcAft>
                <a:spcPts val="0"/>
              </a:spcAft>
              <a:buSzPts val="1200"/>
              <a:buFont typeface="Nunito Light"/>
              <a:buChar char="■"/>
              <a:defRPr/>
            </a:lvl3pPr>
            <a:lvl4pPr indent="-304800" lvl="3" marL="1828800" algn="l">
              <a:lnSpc>
                <a:spcPct val="100000"/>
              </a:lnSpc>
              <a:spcBef>
                <a:spcPts val="0"/>
              </a:spcBef>
              <a:spcAft>
                <a:spcPts val="0"/>
              </a:spcAft>
              <a:buSzPts val="1200"/>
              <a:buFont typeface="Nunito Light"/>
              <a:buChar char="●"/>
              <a:defRPr/>
            </a:lvl4pPr>
            <a:lvl5pPr indent="-304800" lvl="4" marL="2286000" algn="l">
              <a:lnSpc>
                <a:spcPct val="100000"/>
              </a:lnSpc>
              <a:spcBef>
                <a:spcPts val="0"/>
              </a:spcBef>
              <a:spcAft>
                <a:spcPts val="0"/>
              </a:spcAft>
              <a:buSzPts val="1200"/>
              <a:buFont typeface="Nunito Light"/>
              <a:buChar char="○"/>
              <a:defRPr/>
            </a:lvl5pPr>
            <a:lvl6pPr indent="-304800" lvl="5" marL="2743200" algn="l">
              <a:lnSpc>
                <a:spcPct val="100000"/>
              </a:lnSpc>
              <a:spcBef>
                <a:spcPts val="0"/>
              </a:spcBef>
              <a:spcAft>
                <a:spcPts val="0"/>
              </a:spcAft>
              <a:buSzPts val="1200"/>
              <a:buFont typeface="Nunito Light"/>
              <a:buChar char="■"/>
              <a:defRPr/>
            </a:lvl6pPr>
            <a:lvl7pPr indent="-304800" lvl="6" marL="3200400" algn="l">
              <a:lnSpc>
                <a:spcPct val="100000"/>
              </a:lnSpc>
              <a:spcBef>
                <a:spcPts val="0"/>
              </a:spcBef>
              <a:spcAft>
                <a:spcPts val="0"/>
              </a:spcAft>
              <a:buSzPts val="1200"/>
              <a:buFont typeface="Nunito Light"/>
              <a:buChar char="●"/>
              <a:defRPr/>
            </a:lvl7pPr>
            <a:lvl8pPr indent="-304800" lvl="7" marL="3657600" algn="l">
              <a:lnSpc>
                <a:spcPct val="100000"/>
              </a:lnSpc>
              <a:spcBef>
                <a:spcPts val="0"/>
              </a:spcBef>
              <a:spcAft>
                <a:spcPts val="0"/>
              </a:spcAft>
              <a:buSzPts val="1200"/>
              <a:buFont typeface="Nunito Light"/>
              <a:buChar char="○"/>
              <a:defRPr/>
            </a:lvl8pPr>
            <a:lvl9pPr indent="-304800" lvl="8" marL="4114800" algn="l">
              <a:lnSpc>
                <a:spcPct val="100000"/>
              </a:lnSpc>
              <a:spcBef>
                <a:spcPts val="0"/>
              </a:spcBef>
              <a:spcAft>
                <a:spcPts val="0"/>
              </a:spcAft>
              <a:buSzPts val="1200"/>
              <a:buFont typeface="Nunito Light"/>
              <a:buChar char="■"/>
              <a:defRPr/>
            </a:lvl9pPr>
          </a:lstStyle>
          <a:p/>
        </p:txBody>
      </p:sp>
      <p:sp>
        <p:nvSpPr>
          <p:cNvPr id="157" name="Google Shape;157;p5"/>
          <p:cNvSpPr/>
          <p:nvPr>
            <p:ph idx="2" type="pic"/>
          </p:nvPr>
        </p:nvSpPr>
        <p:spPr>
          <a:xfrm>
            <a:off x="5631000" y="0"/>
            <a:ext cx="3513000" cy="5143500"/>
          </a:xfrm>
          <a:prstGeom prst="rect">
            <a:avLst/>
          </a:prstGeom>
          <a:noFill/>
          <a:ln>
            <a:noFill/>
          </a:ln>
        </p:spPr>
      </p:sp>
      <p:grpSp>
        <p:nvGrpSpPr>
          <p:cNvPr id="158" name="Google Shape;158;p5"/>
          <p:cNvGrpSpPr/>
          <p:nvPr/>
        </p:nvGrpSpPr>
        <p:grpSpPr>
          <a:xfrm rot="1439793">
            <a:off x="-437825" y="118425"/>
            <a:ext cx="961088" cy="280297"/>
            <a:chOff x="640" y="1594"/>
            <a:chExt cx="605" cy="177"/>
          </a:xfrm>
        </p:grpSpPr>
        <p:sp>
          <p:nvSpPr>
            <p:cNvPr id="159" name="Google Shape;159;p5"/>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60" name="Google Shape;160;p5"/>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61" name="Google Shape;161;p5"/>
          <p:cNvGrpSpPr/>
          <p:nvPr/>
        </p:nvGrpSpPr>
        <p:grpSpPr>
          <a:xfrm>
            <a:off x="-320300" y="3536069"/>
            <a:ext cx="859027" cy="1310685"/>
            <a:chOff x="-320300" y="3536069"/>
            <a:chExt cx="859027" cy="1310685"/>
          </a:xfrm>
        </p:grpSpPr>
        <p:grpSp>
          <p:nvGrpSpPr>
            <p:cNvPr id="162" name="Google Shape;162;p5"/>
            <p:cNvGrpSpPr/>
            <p:nvPr/>
          </p:nvGrpSpPr>
          <p:grpSpPr>
            <a:xfrm>
              <a:off x="-320300" y="3536069"/>
              <a:ext cx="625855" cy="646908"/>
              <a:chOff x="7138988" y="265113"/>
              <a:chExt cx="1746248" cy="1804989"/>
            </a:xfrm>
          </p:grpSpPr>
          <p:sp>
            <p:nvSpPr>
              <p:cNvPr id="163" name="Google Shape;163;p5"/>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4" name="Google Shape;164;p5"/>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65" name="Google Shape;165;p5"/>
            <p:cNvGrpSpPr/>
            <p:nvPr/>
          </p:nvGrpSpPr>
          <p:grpSpPr>
            <a:xfrm>
              <a:off x="142503" y="4437202"/>
              <a:ext cx="396224" cy="409552"/>
              <a:chOff x="7138988" y="265113"/>
              <a:chExt cx="1746248" cy="1804989"/>
            </a:xfrm>
          </p:grpSpPr>
          <p:sp>
            <p:nvSpPr>
              <p:cNvPr id="166" name="Google Shape;166;p5"/>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7" name="Google Shape;167;p5"/>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68" name="Google Shape;168;p5"/>
          <p:cNvGrpSpPr/>
          <p:nvPr/>
        </p:nvGrpSpPr>
        <p:grpSpPr>
          <a:xfrm>
            <a:off x="3579519" y="5019733"/>
            <a:ext cx="1464972" cy="217319"/>
            <a:chOff x="6424613" y="2481263"/>
            <a:chExt cx="2878137" cy="427038"/>
          </a:xfrm>
        </p:grpSpPr>
        <p:sp>
          <p:nvSpPr>
            <p:cNvPr id="169" name="Google Shape;169;p5"/>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5"/>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1" name="Google Shape;171;p5"/>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2" name="Google Shape;172;p5"/>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3" name="Google Shape;173;p5"/>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4" name="Google Shape;174;p5"/>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5" name="Google Shape;175;p5"/>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6" name="Google Shape;176;p5"/>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7" name="Google Shape;177;p5"/>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8" name="Google Shape;178;p5"/>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9" name="Shape 179"/>
        <p:cNvGrpSpPr/>
        <p:nvPr/>
      </p:nvGrpSpPr>
      <p:grpSpPr>
        <a:xfrm>
          <a:off x="0" y="0"/>
          <a:ext cx="0" cy="0"/>
          <a:chOff x="0" y="0"/>
          <a:chExt cx="0" cy="0"/>
        </a:xfrm>
      </p:grpSpPr>
      <p:grpSp>
        <p:nvGrpSpPr>
          <p:cNvPr id="180" name="Google Shape;180;p6"/>
          <p:cNvGrpSpPr/>
          <p:nvPr/>
        </p:nvGrpSpPr>
        <p:grpSpPr>
          <a:xfrm>
            <a:off x="2827544" y="-11"/>
            <a:ext cx="6333847" cy="5144006"/>
            <a:chOff x="2827544" y="-11"/>
            <a:chExt cx="6333847" cy="5144006"/>
          </a:xfrm>
        </p:grpSpPr>
        <p:grpSp>
          <p:nvGrpSpPr>
            <p:cNvPr id="181" name="Google Shape;181;p6"/>
            <p:cNvGrpSpPr/>
            <p:nvPr/>
          </p:nvGrpSpPr>
          <p:grpSpPr>
            <a:xfrm>
              <a:off x="2827544" y="4926676"/>
              <a:ext cx="1464972" cy="217319"/>
              <a:chOff x="6424613" y="2481263"/>
              <a:chExt cx="2878137" cy="427038"/>
            </a:xfrm>
          </p:grpSpPr>
          <p:sp>
            <p:nvSpPr>
              <p:cNvPr id="182" name="Google Shape;182;p6"/>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3" name="Google Shape;183;p6"/>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6"/>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5" name="Google Shape;185;p6"/>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6" name="Google Shape;186;p6"/>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7" name="Google Shape;187;p6"/>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8" name="Google Shape;188;p6"/>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9" name="Google Shape;189;p6"/>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0" name="Google Shape;190;p6"/>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1" name="Google Shape;191;p6"/>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92" name="Google Shape;192;p6"/>
            <p:cNvGrpSpPr/>
            <p:nvPr/>
          </p:nvGrpSpPr>
          <p:grpSpPr>
            <a:xfrm>
              <a:off x="7696419" y="-11"/>
              <a:ext cx="1464972" cy="217319"/>
              <a:chOff x="6424613" y="2481263"/>
              <a:chExt cx="2878137" cy="427038"/>
            </a:xfrm>
          </p:grpSpPr>
          <p:sp>
            <p:nvSpPr>
              <p:cNvPr id="193" name="Google Shape;193;p6"/>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4" name="Google Shape;194;p6"/>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5" name="Google Shape;195;p6"/>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6" name="Google Shape;196;p6"/>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7" name="Google Shape;197;p6"/>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8" name="Google Shape;198;p6"/>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99" name="Google Shape;199;p6"/>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6"/>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1" name="Google Shape;201;p6"/>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2" name="Google Shape;202;p6"/>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03" name="Google Shape;203;p6"/>
          <p:cNvGrpSpPr/>
          <p:nvPr/>
        </p:nvGrpSpPr>
        <p:grpSpPr>
          <a:xfrm>
            <a:off x="-356494" y="-440397"/>
            <a:ext cx="7415158" cy="5837377"/>
            <a:chOff x="-356494" y="-440397"/>
            <a:chExt cx="7415158" cy="5837377"/>
          </a:xfrm>
        </p:grpSpPr>
        <p:grpSp>
          <p:nvGrpSpPr>
            <p:cNvPr id="204" name="Google Shape;204;p6"/>
            <p:cNvGrpSpPr/>
            <p:nvPr/>
          </p:nvGrpSpPr>
          <p:grpSpPr>
            <a:xfrm rot="8100000">
              <a:off x="6139225" y="-141650"/>
              <a:ext cx="961088" cy="280297"/>
              <a:chOff x="640" y="1594"/>
              <a:chExt cx="605" cy="177"/>
            </a:xfrm>
          </p:grpSpPr>
          <p:sp>
            <p:nvSpPr>
              <p:cNvPr id="205" name="Google Shape;205;p6"/>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6" name="Google Shape;206;p6"/>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07" name="Google Shape;207;p6"/>
            <p:cNvGrpSpPr/>
            <p:nvPr/>
          </p:nvGrpSpPr>
          <p:grpSpPr>
            <a:xfrm rot="-1800000">
              <a:off x="-350800" y="4895187"/>
              <a:ext cx="961088" cy="280297"/>
              <a:chOff x="640" y="1594"/>
              <a:chExt cx="605" cy="177"/>
            </a:xfrm>
          </p:grpSpPr>
          <p:sp>
            <p:nvSpPr>
              <p:cNvPr id="208" name="Google Shape;208;p6"/>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09" name="Google Shape;209;p6"/>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210" name="Google Shape;210;p6"/>
          <p:cNvGrpSpPr/>
          <p:nvPr/>
        </p:nvGrpSpPr>
        <p:grpSpPr>
          <a:xfrm>
            <a:off x="-428646" y="330227"/>
            <a:ext cx="9996044" cy="4483052"/>
            <a:chOff x="-428646" y="330227"/>
            <a:chExt cx="9996044" cy="4483052"/>
          </a:xfrm>
        </p:grpSpPr>
        <p:grpSp>
          <p:nvGrpSpPr>
            <p:cNvPr id="211" name="Google Shape;211;p6"/>
            <p:cNvGrpSpPr/>
            <p:nvPr/>
          </p:nvGrpSpPr>
          <p:grpSpPr>
            <a:xfrm>
              <a:off x="-428646" y="330227"/>
              <a:ext cx="1539960" cy="961112"/>
              <a:chOff x="-428646" y="330227"/>
              <a:chExt cx="1539960" cy="961112"/>
            </a:xfrm>
          </p:grpSpPr>
          <p:grpSp>
            <p:nvGrpSpPr>
              <p:cNvPr id="212" name="Google Shape;212;p6"/>
              <p:cNvGrpSpPr/>
              <p:nvPr/>
            </p:nvGrpSpPr>
            <p:grpSpPr>
              <a:xfrm>
                <a:off x="-428646" y="429637"/>
                <a:ext cx="833659" cy="861702"/>
                <a:chOff x="7138988" y="265113"/>
                <a:chExt cx="1746248" cy="1804989"/>
              </a:xfrm>
            </p:grpSpPr>
            <p:sp>
              <p:nvSpPr>
                <p:cNvPr id="213" name="Google Shape;213;p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4" name="Google Shape;214;p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15" name="Google Shape;215;p6"/>
              <p:cNvGrpSpPr/>
              <p:nvPr/>
            </p:nvGrpSpPr>
            <p:grpSpPr>
              <a:xfrm>
                <a:off x="715090" y="330227"/>
                <a:ext cx="396224" cy="409552"/>
                <a:chOff x="7138988" y="265113"/>
                <a:chExt cx="1746248" cy="1804989"/>
              </a:xfrm>
            </p:grpSpPr>
            <p:sp>
              <p:nvSpPr>
                <p:cNvPr id="216" name="Google Shape;216;p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7" name="Google Shape;217;p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18" name="Google Shape;218;p6"/>
            <p:cNvGrpSpPr/>
            <p:nvPr/>
          </p:nvGrpSpPr>
          <p:grpSpPr>
            <a:xfrm>
              <a:off x="8733739" y="779381"/>
              <a:ext cx="833659" cy="4033898"/>
              <a:chOff x="8733739" y="779381"/>
              <a:chExt cx="833659" cy="4033898"/>
            </a:xfrm>
          </p:grpSpPr>
          <p:grpSp>
            <p:nvGrpSpPr>
              <p:cNvPr id="219" name="Google Shape;219;p6"/>
              <p:cNvGrpSpPr/>
              <p:nvPr/>
            </p:nvGrpSpPr>
            <p:grpSpPr>
              <a:xfrm>
                <a:off x="8952453" y="4403727"/>
                <a:ext cx="396224" cy="409552"/>
                <a:chOff x="7138988" y="265113"/>
                <a:chExt cx="1746248" cy="1804989"/>
              </a:xfrm>
            </p:grpSpPr>
            <p:sp>
              <p:nvSpPr>
                <p:cNvPr id="220" name="Google Shape;220;p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1" name="Google Shape;221;p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22" name="Google Shape;222;p6"/>
              <p:cNvGrpSpPr/>
              <p:nvPr/>
            </p:nvGrpSpPr>
            <p:grpSpPr>
              <a:xfrm>
                <a:off x="8733739" y="779381"/>
                <a:ext cx="833659" cy="861702"/>
                <a:chOff x="7138988" y="265113"/>
                <a:chExt cx="1746248" cy="1804989"/>
              </a:xfrm>
            </p:grpSpPr>
            <p:sp>
              <p:nvSpPr>
                <p:cNvPr id="223" name="Google Shape;223;p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4" name="Google Shape;224;p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sp>
        <p:nvSpPr>
          <p:cNvPr id="225" name="Google Shape;225;p6"/>
          <p:cNvSpPr txBox="1"/>
          <p:nvPr>
            <p:ph type="title"/>
          </p:nvPr>
        </p:nvSpPr>
        <p:spPr>
          <a:xfrm>
            <a:off x="715100" y="2621250"/>
            <a:ext cx="3406500" cy="928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000"/>
              <a:buNone/>
              <a:defRPr sz="5000"/>
            </a:lvl1pPr>
            <a:lvl2pPr lvl="1" algn="ctr">
              <a:lnSpc>
                <a:spcPct val="100000"/>
              </a:lnSpc>
              <a:spcBef>
                <a:spcPts val="0"/>
              </a:spcBef>
              <a:spcAft>
                <a:spcPts val="0"/>
              </a:spcAft>
              <a:buSzPts val="5000"/>
              <a:buNone/>
              <a:defRPr sz="5000"/>
            </a:lvl2pPr>
            <a:lvl3pPr lvl="2" algn="ctr">
              <a:lnSpc>
                <a:spcPct val="100000"/>
              </a:lnSpc>
              <a:spcBef>
                <a:spcPts val="0"/>
              </a:spcBef>
              <a:spcAft>
                <a:spcPts val="0"/>
              </a:spcAft>
              <a:buSzPts val="5000"/>
              <a:buNone/>
              <a:defRPr sz="5000"/>
            </a:lvl3pPr>
            <a:lvl4pPr lvl="3" algn="ctr">
              <a:lnSpc>
                <a:spcPct val="100000"/>
              </a:lnSpc>
              <a:spcBef>
                <a:spcPts val="0"/>
              </a:spcBef>
              <a:spcAft>
                <a:spcPts val="0"/>
              </a:spcAft>
              <a:buSzPts val="5000"/>
              <a:buNone/>
              <a:defRPr sz="5000"/>
            </a:lvl4pPr>
            <a:lvl5pPr lvl="4" algn="ctr">
              <a:lnSpc>
                <a:spcPct val="100000"/>
              </a:lnSpc>
              <a:spcBef>
                <a:spcPts val="0"/>
              </a:spcBef>
              <a:spcAft>
                <a:spcPts val="0"/>
              </a:spcAft>
              <a:buSzPts val="5000"/>
              <a:buNone/>
              <a:defRPr sz="5000"/>
            </a:lvl5pPr>
            <a:lvl6pPr lvl="5" algn="ctr">
              <a:lnSpc>
                <a:spcPct val="100000"/>
              </a:lnSpc>
              <a:spcBef>
                <a:spcPts val="0"/>
              </a:spcBef>
              <a:spcAft>
                <a:spcPts val="0"/>
              </a:spcAft>
              <a:buSzPts val="5000"/>
              <a:buNone/>
              <a:defRPr sz="5000"/>
            </a:lvl6pPr>
            <a:lvl7pPr lvl="6" algn="ctr">
              <a:lnSpc>
                <a:spcPct val="100000"/>
              </a:lnSpc>
              <a:spcBef>
                <a:spcPts val="0"/>
              </a:spcBef>
              <a:spcAft>
                <a:spcPts val="0"/>
              </a:spcAft>
              <a:buSzPts val="5000"/>
              <a:buNone/>
              <a:defRPr sz="5000"/>
            </a:lvl7pPr>
            <a:lvl8pPr lvl="7" algn="ctr">
              <a:lnSpc>
                <a:spcPct val="100000"/>
              </a:lnSpc>
              <a:spcBef>
                <a:spcPts val="0"/>
              </a:spcBef>
              <a:spcAft>
                <a:spcPts val="0"/>
              </a:spcAft>
              <a:buSzPts val="5000"/>
              <a:buNone/>
              <a:defRPr sz="5000"/>
            </a:lvl8pPr>
            <a:lvl9pPr lvl="8" algn="ctr">
              <a:lnSpc>
                <a:spcPct val="100000"/>
              </a:lnSpc>
              <a:spcBef>
                <a:spcPts val="0"/>
              </a:spcBef>
              <a:spcAft>
                <a:spcPts val="0"/>
              </a:spcAft>
              <a:buSzPts val="5000"/>
              <a:buNone/>
              <a:defRPr sz="5000"/>
            </a:lvl9pPr>
          </a:lstStyle>
          <a:p/>
        </p:txBody>
      </p:sp>
      <p:sp>
        <p:nvSpPr>
          <p:cNvPr id="226" name="Google Shape;226;p6"/>
          <p:cNvSpPr txBox="1"/>
          <p:nvPr>
            <p:ph idx="2" type="title"/>
          </p:nvPr>
        </p:nvSpPr>
        <p:spPr>
          <a:xfrm>
            <a:off x="715100" y="1593445"/>
            <a:ext cx="1089900" cy="102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6000"/>
              <a:buNone/>
              <a:defRPr sz="5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7" name="Shape 227"/>
        <p:cNvGrpSpPr/>
        <p:nvPr/>
      </p:nvGrpSpPr>
      <p:grpSpPr>
        <a:xfrm>
          <a:off x="0" y="0"/>
          <a:ext cx="0" cy="0"/>
          <a:chOff x="0" y="0"/>
          <a:chExt cx="0" cy="0"/>
        </a:xfrm>
      </p:grpSpPr>
      <p:sp>
        <p:nvSpPr>
          <p:cNvPr id="228" name="Google Shape;228;p7"/>
          <p:cNvSpPr txBox="1"/>
          <p:nvPr>
            <p:ph idx="1" type="subTitle"/>
          </p:nvPr>
        </p:nvSpPr>
        <p:spPr>
          <a:xfrm>
            <a:off x="720000" y="2621300"/>
            <a:ext cx="32910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29" name="Google Shape;229;p7"/>
          <p:cNvSpPr txBox="1"/>
          <p:nvPr>
            <p:ph idx="2" type="subTitle"/>
          </p:nvPr>
        </p:nvSpPr>
        <p:spPr>
          <a:xfrm>
            <a:off x="4804426" y="2621300"/>
            <a:ext cx="32910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30" name="Google Shape;230;p7"/>
          <p:cNvSpPr txBox="1"/>
          <p:nvPr>
            <p:ph idx="3" type="subTitle"/>
          </p:nvPr>
        </p:nvSpPr>
        <p:spPr>
          <a:xfrm>
            <a:off x="720000" y="3116925"/>
            <a:ext cx="3291000" cy="1287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1" name="Google Shape;231;p7"/>
          <p:cNvSpPr txBox="1"/>
          <p:nvPr>
            <p:ph idx="4" type="subTitle"/>
          </p:nvPr>
        </p:nvSpPr>
        <p:spPr>
          <a:xfrm>
            <a:off x="4804426" y="3116925"/>
            <a:ext cx="3291000" cy="1287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32" name="Google Shape;232;p7"/>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233" name="Google Shape;233;p7"/>
          <p:cNvGrpSpPr/>
          <p:nvPr/>
        </p:nvGrpSpPr>
        <p:grpSpPr>
          <a:xfrm flipH="1" rot="-1439793">
            <a:off x="8613604" y="4359700"/>
            <a:ext cx="961088" cy="280297"/>
            <a:chOff x="640" y="1594"/>
            <a:chExt cx="605" cy="177"/>
          </a:xfrm>
        </p:grpSpPr>
        <p:sp>
          <p:nvSpPr>
            <p:cNvPr id="234" name="Google Shape;234;p7"/>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35" name="Google Shape;235;p7"/>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36" name="Google Shape;236;p7"/>
          <p:cNvGrpSpPr/>
          <p:nvPr/>
        </p:nvGrpSpPr>
        <p:grpSpPr>
          <a:xfrm>
            <a:off x="-201682" y="-331731"/>
            <a:ext cx="9658850" cy="5663085"/>
            <a:chOff x="-201682" y="-331731"/>
            <a:chExt cx="9658850" cy="5663085"/>
          </a:xfrm>
        </p:grpSpPr>
        <p:grpSp>
          <p:nvGrpSpPr>
            <p:cNvPr id="237" name="Google Shape;237;p7"/>
            <p:cNvGrpSpPr/>
            <p:nvPr/>
          </p:nvGrpSpPr>
          <p:grpSpPr>
            <a:xfrm>
              <a:off x="-201682" y="-331731"/>
              <a:ext cx="1222740" cy="1186310"/>
              <a:chOff x="-201682" y="-331731"/>
              <a:chExt cx="1222740" cy="1186310"/>
            </a:xfrm>
          </p:grpSpPr>
          <p:grpSp>
            <p:nvGrpSpPr>
              <p:cNvPr id="238" name="Google Shape;238;p7"/>
              <p:cNvGrpSpPr/>
              <p:nvPr/>
            </p:nvGrpSpPr>
            <p:grpSpPr>
              <a:xfrm flipH="1">
                <a:off x="395203" y="-331731"/>
                <a:ext cx="625855" cy="646908"/>
                <a:chOff x="7138988" y="265113"/>
                <a:chExt cx="1746248" cy="1804989"/>
              </a:xfrm>
            </p:grpSpPr>
            <p:sp>
              <p:nvSpPr>
                <p:cNvPr id="239" name="Google Shape;239;p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0" name="Google Shape;240;p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41" name="Google Shape;241;p7"/>
              <p:cNvGrpSpPr/>
              <p:nvPr/>
            </p:nvGrpSpPr>
            <p:grpSpPr>
              <a:xfrm flipH="1">
                <a:off x="-201682" y="445027"/>
                <a:ext cx="396224" cy="409552"/>
                <a:chOff x="7138988" y="265113"/>
                <a:chExt cx="1746248" cy="1804989"/>
              </a:xfrm>
            </p:grpSpPr>
            <p:sp>
              <p:nvSpPr>
                <p:cNvPr id="242" name="Google Shape;242;p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3" name="Google Shape;243;p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44" name="Google Shape;244;p7"/>
            <p:cNvGrpSpPr/>
            <p:nvPr/>
          </p:nvGrpSpPr>
          <p:grpSpPr>
            <a:xfrm>
              <a:off x="7739042" y="2985344"/>
              <a:ext cx="1718126" cy="2346010"/>
              <a:chOff x="7739042" y="2985344"/>
              <a:chExt cx="1718126" cy="2346010"/>
            </a:xfrm>
          </p:grpSpPr>
          <p:grpSp>
            <p:nvGrpSpPr>
              <p:cNvPr id="245" name="Google Shape;245;p7"/>
              <p:cNvGrpSpPr/>
              <p:nvPr/>
            </p:nvGrpSpPr>
            <p:grpSpPr>
              <a:xfrm flipH="1">
                <a:off x="8831313" y="2985344"/>
                <a:ext cx="625855" cy="646908"/>
                <a:chOff x="7138988" y="265113"/>
                <a:chExt cx="1746248" cy="1804989"/>
              </a:xfrm>
            </p:grpSpPr>
            <p:sp>
              <p:nvSpPr>
                <p:cNvPr id="246" name="Google Shape;246;p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7" name="Google Shape;247;p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48" name="Google Shape;248;p7"/>
              <p:cNvGrpSpPr/>
              <p:nvPr/>
            </p:nvGrpSpPr>
            <p:grpSpPr>
              <a:xfrm flipH="1">
                <a:off x="7739042" y="4921802"/>
                <a:ext cx="396224" cy="409552"/>
                <a:chOff x="7138988" y="265113"/>
                <a:chExt cx="1746248" cy="1804989"/>
              </a:xfrm>
            </p:grpSpPr>
            <p:sp>
              <p:nvSpPr>
                <p:cNvPr id="249" name="Google Shape;249;p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0" name="Google Shape;250;p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251" name="Google Shape;251;p7"/>
          <p:cNvGrpSpPr/>
          <p:nvPr/>
        </p:nvGrpSpPr>
        <p:grpSpPr>
          <a:xfrm>
            <a:off x="-736048" y="-116930"/>
            <a:ext cx="9880059" cy="5267051"/>
            <a:chOff x="-736048" y="-116930"/>
            <a:chExt cx="9880059" cy="5267051"/>
          </a:xfrm>
        </p:grpSpPr>
        <p:grpSp>
          <p:nvGrpSpPr>
            <p:cNvPr id="252" name="Google Shape;252;p7"/>
            <p:cNvGrpSpPr/>
            <p:nvPr/>
          </p:nvGrpSpPr>
          <p:grpSpPr>
            <a:xfrm flipH="1">
              <a:off x="-736048" y="4932802"/>
              <a:ext cx="1464972" cy="217319"/>
              <a:chOff x="6424613" y="2481263"/>
              <a:chExt cx="2878137" cy="427038"/>
            </a:xfrm>
          </p:grpSpPr>
          <p:sp>
            <p:nvSpPr>
              <p:cNvPr id="253" name="Google Shape;253;p7"/>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4" name="Google Shape;254;p7"/>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5" name="Google Shape;255;p7"/>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6" name="Google Shape;256;p7"/>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7" name="Google Shape;257;p7"/>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8" name="Google Shape;258;p7"/>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59" name="Google Shape;259;p7"/>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0" name="Google Shape;260;p7"/>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7"/>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2" name="Google Shape;262;p7"/>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63" name="Google Shape;263;p7"/>
            <p:cNvGrpSpPr/>
            <p:nvPr/>
          </p:nvGrpSpPr>
          <p:grpSpPr>
            <a:xfrm flipH="1">
              <a:off x="7679039" y="-116930"/>
              <a:ext cx="1464972" cy="217319"/>
              <a:chOff x="6424613" y="2481263"/>
              <a:chExt cx="2878137" cy="427038"/>
            </a:xfrm>
          </p:grpSpPr>
          <p:sp>
            <p:nvSpPr>
              <p:cNvPr id="264" name="Google Shape;264;p7"/>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5" name="Google Shape;265;p7"/>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6" name="Google Shape;266;p7"/>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7" name="Google Shape;267;p7"/>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8" name="Google Shape;268;p7"/>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9" name="Google Shape;269;p7"/>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0" name="Google Shape;270;p7"/>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 name="Google Shape;271;p7"/>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2" name="Google Shape;272;p7"/>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3" name="Google Shape;273;p7"/>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274" name="Shape 274"/>
        <p:cNvGrpSpPr/>
        <p:nvPr/>
      </p:nvGrpSpPr>
      <p:grpSpPr>
        <a:xfrm>
          <a:off x="0" y="0"/>
          <a:ext cx="0" cy="0"/>
          <a:chOff x="0" y="0"/>
          <a:chExt cx="0" cy="0"/>
        </a:xfrm>
      </p:grpSpPr>
      <p:sp>
        <p:nvSpPr>
          <p:cNvPr id="275" name="Google Shape;275;p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276" name="Google Shape;276;p8"/>
          <p:cNvSpPr txBox="1"/>
          <p:nvPr>
            <p:ph idx="1" type="subTitle"/>
          </p:nvPr>
        </p:nvSpPr>
        <p:spPr>
          <a:xfrm>
            <a:off x="1627500" y="1164150"/>
            <a:ext cx="679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77" name="Google Shape;277;p8"/>
          <p:cNvSpPr txBox="1"/>
          <p:nvPr>
            <p:ph idx="2" type="subTitle"/>
          </p:nvPr>
        </p:nvSpPr>
        <p:spPr>
          <a:xfrm>
            <a:off x="1627500" y="1626733"/>
            <a:ext cx="6796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78" name="Google Shape;278;p8"/>
          <p:cNvSpPr txBox="1"/>
          <p:nvPr>
            <p:ph idx="3" type="subTitle"/>
          </p:nvPr>
        </p:nvSpPr>
        <p:spPr>
          <a:xfrm>
            <a:off x="1627500" y="2816271"/>
            <a:ext cx="6796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79" name="Google Shape;279;p8"/>
          <p:cNvSpPr txBox="1"/>
          <p:nvPr>
            <p:ph idx="4" type="subTitle"/>
          </p:nvPr>
        </p:nvSpPr>
        <p:spPr>
          <a:xfrm>
            <a:off x="1627500" y="4005808"/>
            <a:ext cx="67965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280" name="Google Shape;280;p8"/>
          <p:cNvSpPr txBox="1"/>
          <p:nvPr>
            <p:ph idx="5" type="subTitle"/>
          </p:nvPr>
        </p:nvSpPr>
        <p:spPr>
          <a:xfrm>
            <a:off x="1627500" y="2353688"/>
            <a:ext cx="679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281" name="Google Shape;281;p8"/>
          <p:cNvSpPr txBox="1"/>
          <p:nvPr>
            <p:ph idx="6" type="subTitle"/>
          </p:nvPr>
        </p:nvSpPr>
        <p:spPr>
          <a:xfrm>
            <a:off x="1627500" y="3543225"/>
            <a:ext cx="679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grpSp>
        <p:nvGrpSpPr>
          <p:cNvPr id="282" name="Google Shape;282;p8"/>
          <p:cNvGrpSpPr/>
          <p:nvPr/>
        </p:nvGrpSpPr>
        <p:grpSpPr>
          <a:xfrm rot="1439793">
            <a:off x="8626625" y="1039775"/>
            <a:ext cx="961088" cy="280297"/>
            <a:chOff x="640" y="1594"/>
            <a:chExt cx="605" cy="177"/>
          </a:xfrm>
        </p:grpSpPr>
        <p:sp>
          <p:nvSpPr>
            <p:cNvPr id="283" name="Google Shape;283;p8"/>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284" name="Google Shape;284;p8"/>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285" name="Google Shape;285;p8"/>
          <p:cNvGrpSpPr/>
          <p:nvPr/>
        </p:nvGrpSpPr>
        <p:grpSpPr>
          <a:xfrm>
            <a:off x="-320300" y="-211876"/>
            <a:ext cx="9669864" cy="5689756"/>
            <a:chOff x="-320300" y="-211876"/>
            <a:chExt cx="9669864" cy="5689756"/>
          </a:xfrm>
        </p:grpSpPr>
        <p:grpSp>
          <p:nvGrpSpPr>
            <p:cNvPr id="286" name="Google Shape;286;p8"/>
            <p:cNvGrpSpPr/>
            <p:nvPr/>
          </p:nvGrpSpPr>
          <p:grpSpPr>
            <a:xfrm>
              <a:off x="8115809" y="4198952"/>
              <a:ext cx="1233755" cy="1278928"/>
              <a:chOff x="8115809" y="4198952"/>
              <a:chExt cx="1233755" cy="1278928"/>
            </a:xfrm>
          </p:grpSpPr>
          <p:grpSp>
            <p:nvGrpSpPr>
              <p:cNvPr id="287" name="Google Shape;287;p8"/>
              <p:cNvGrpSpPr/>
              <p:nvPr/>
            </p:nvGrpSpPr>
            <p:grpSpPr>
              <a:xfrm>
                <a:off x="8115809" y="4830972"/>
                <a:ext cx="625855" cy="646908"/>
                <a:chOff x="7138988" y="265113"/>
                <a:chExt cx="1746248" cy="1804989"/>
              </a:xfrm>
            </p:grpSpPr>
            <p:sp>
              <p:nvSpPr>
                <p:cNvPr id="288" name="Google Shape;288;p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9" name="Google Shape;289;p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90" name="Google Shape;290;p8"/>
              <p:cNvGrpSpPr/>
              <p:nvPr/>
            </p:nvGrpSpPr>
            <p:grpSpPr>
              <a:xfrm>
                <a:off x="8953340" y="4198952"/>
                <a:ext cx="396224" cy="409552"/>
                <a:chOff x="7138988" y="265113"/>
                <a:chExt cx="1746248" cy="1804989"/>
              </a:xfrm>
            </p:grpSpPr>
            <p:sp>
              <p:nvSpPr>
                <p:cNvPr id="291" name="Google Shape;291;p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2" name="Google Shape;292;p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293" name="Google Shape;293;p8"/>
            <p:cNvGrpSpPr/>
            <p:nvPr/>
          </p:nvGrpSpPr>
          <p:grpSpPr>
            <a:xfrm>
              <a:off x="-320300" y="-211876"/>
              <a:ext cx="929564" cy="1715253"/>
              <a:chOff x="-320300" y="-211876"/>
              <a:chExt cx="929564" cy="1715253"/>
            </a:xfrm>
          </p:grpSpPr>
          <p:grpSp>
            <p:nvGrpSpPr>
              <p:cNvPr id="294" name="Google Shape;294;p8"/>
              <p:cNvGrpSpPr/>
              <p:nvPr/>
            </p:nvGrpSpPr>
            <p:grpSpPr>
              <a:xfrm>
                <a:off x="-320300" y="856469"/>
                <a:ext cx="625855" cy="646908"/>
                <a:chOff x="7138988" y="265113"/>
                <a:chExt cx="1746248" cy="1804989"/>
              </a:xfrm>
            </p:grpSpPr>
            <p:sp>
              <p:nvSpPr>
                <p:cNvPr id="295" name="Google Shape;295;p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6" name="Google Shape;296;p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297" name="Google Shape;297;p8"/>
              <p:cNvGrpSpPr/>
              <p:nvPr/>
            </p:nvGrpSpPr>
            <p:grpSpPr>
              <a:xfrm>
                <a:off x="213040" y="-211876"/>
                <a:ext cx="396224" cy="409552"/>
                <a:chOff x="7138988" y="265113"/>
                <a:chExt cx="1746248" cy="1804989"/>
              </a:xfrm>
            </p:grpSpPr>
            <p:sp>
              <p:nvSpPr>
                <p:cNvPr id="298" name="Google Shape;298;p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9" name="Google Shape;299;p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300" name="Google Shape;300;p8"/>
          <p:cNvGrpSpPr/>
          <p:nvPr/>
        </p:nvGrpSpPr>
        <p:grpSpPr>
          <a:xfrm>
            <a:off x="-739856" y="317689"/>
            <a:ext cx="10623797" cy="4919363"/>
            <a:chOff x="-739856" y="317689"/>
            <a:chExt cx="10623797" cy="4919363"/>
          </a:xfrm>
        </p:grpSpPr>
        <p:grpSp>
          <p:nvGrpSpPr>
            <p:cNvPr id="301" name="Google Shape;301;p8"/>
            <p:cNvGrpSpPr/>
            <p:nvPr/>
          </p:nvGrpSpPr>
          <p:grpSpPr>
            <a:xfrm>
              <a:off x="8418969" y="317689"/>
              <a:ext cx="1464972" cy="217319"/>
              <a:chOff x="6424613" y="2481263"/>
              <a:chExt cx="2878137" cy="427038"/>
            </a:xfrm>
          </p:grpSpPr>
          <p:sp>
            <p:nvSpPr>
              <p:cNvPr id="302" name="Google Shape;302;p8"/>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3" name="Google Shape;303;p8"/>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4" name="Google Shape;304;p8"/>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5" name="Google Shape;305;p8"/>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6" name="Google Shape;306;p8"/>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7" name="Google Shape;307;p8"/>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8" name="Google Shape;308;p8"/>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9" name="Google Shape;309;p8"/>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0" name="Google Shape;310;p8"/>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1" name="Google Shape;311;p8"/>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12" name="Google Shape;312;p8"/>
            <p:cNvGrpSpPr/>
            <p:nvPr/>
          </p:nvGrpSpPr>
          <p:grpSpPr>
            <a:xfrm>
              <a:off x="-739856" y="5019733"/>
              <a:ext cx="1464972" cy="217319"/>
              <a:chOff x="6424613" y="2481263"/>
              <a:chExt cx="2878137" cy="427038"/>
            </a:xfrm>
          </p:grpSpPr>
          <p:sp>
            <p:nvSpPr>
              <p:cNvPr id="313" name="Google Shape;313;p8"/>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4" name="Google Shape;314;p8"/>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8"/>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6" name="Google Shape;316;p8"/>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7" name="Google Shape;317;p8"/>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8" name="Google Shape;318;p8"/>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9" name="Google Shape;319;p8"/>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0" name="Google Shape;320;p8"/>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1" name="Google Shape;321;p8"/>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2" name="Google Shape;322;p8"/>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323" name="Shape 323"/>
        <p:cNvGrpSpPr/>
        <p:nvPr/>
      </p:nvGrpSpPr>
      <p:grpSpPr>
        <a:xfrm>
          <a:off x="0" y="0"/>
          <a:ext cx="0" cy="0"/>
          <a:chOff x="0" y="0"/>
          <a:chExt cx="0" cy="0"/>
        </a:xfrm>
      </p:grpSpPr>
      <p:sp>
        <p:nvSpPr>
          <p:cNvPr id="324" name="Google Shape;324;p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25" name="Google Shape;325;p9"/>
          <p:cNvSpPr txBox="1"/>
          <p:nvPr>
            <p:ph idx="1" type="subTitle"/>
          </p:nvPr>
        </p:nvSpPr>
        <p:spPr>
          <a:xfrm>
            <a:off x="719975" y="1306475"/>
            <a:ext cx="370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26" name="Google Shape;326;p9"/>
          <p:cNvSpPr txBox="1"/>
          <p:nvPr>
            <p:ph idx="2" type="subTitle"/>
          </p:nvPr>
        </p:nvSpPr>
        <p:spPr>
          <a:xfrm>
            <a:off x="719977" y="1802100"/>
            <a:ext cx="37065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7" name="Google Shape;327;p9"/>
          <p:cNvSpPr txBox="1"/>
          <p:nvPr>
            <p:ph idx="3" type="subTitle"/>
          </p:nvPr>
        </p:nvSpPr>
        <p:spPr>
          <a:xfrm>
            <a:off x="4717528" y="1802100"/>
            <a:ext cx="37065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8" name="Google Shape;328;p9"/>
          <p:cNvSpPr txBox="1"/>
          <p:nvPr>
            <p:ph idx="4" type="subTitle"/>
          </p:nvPr>
        </p:nvSpPr>
        <p:spPr>
          <a:xfrm>
            <a:off x="719977" y="3550425"/>
            <a:ext cx="37065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29" name="Google Shape;329;p9"/>
          <p:cNvSpPr txBox="1"/>
          <p:nvPr>
            <p:ph idx="5" type="subTitle"/>
          </p:nvPr>
        </p:nvSpPr>
        <p:spPr>
          <a:xfrm>
            <a:off x="4717528" y="3550425"/>
            <a:ext cx="3706500" cy="1027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30" name="Google Shape;330;p9"/>
          <p:cNvSpPr txBox="1"/>
          <p:nvPr>
            <p:ph idx="6" type="subTitle"/>
          </p:nvPr>
        </p:nvSpPr>
        <p:spPr>
          <a:xfrm>
            <a:off x="719975" y="3054800"/>
            <a:ext cx="370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31" name="Google Shape;331;p9"/>
          <p:cNvSpPr txBox="1"/>
          <p:nvPr>
            <p:ph idx="7" type="subTitle"/>
          </p:nvPr>
        </p:nvSpPr>
        <p:spPr>
          <a:xfrm>
            <a:off x="4717525" y="1306475"/>
            <a:ext cx="370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32" name="Google Shape;332;p9"/>
          <p:cNvSpPr txBox="1"/>
          <p:nvPr>
            <p:ph idx="8" type="subTitle"/>
          </p:nvPr>
        </p:nvSpPr>
        <p:spPr>
          <a:xfrm>
            <a:off x="4717525" y="3054800"/>
            <a:ext cx="37065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grpSp>
        <p:nvGrpSpPr>
          <p:cNvPr id="333" name="Google Shape;333;p9"/>
          <p:cNvGrpSpPr/>
          <p:nvPr/>
        </p:nvGrpSpPr>
        <p:grpSpPr>
          <a:xfrm flipH="1" rot="-1439793">
            <a:off x="8613604" y="4359700"/>
            <a:ext cx="961088" cy="280297"/>
            <a:chOff x="640" y="1594"/>
            <a:chExt cx="605" cy="177"/>
          </a:xfrm>
        </p:grpSpPr>
        <p:sp>
          <p:nvSpPr>
            <p:cNvPr id="334" name="Google Shape;334;p9"/>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35" name="Google Shape;335;p9"/>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36" name="Google Shape;336;p9"/>
          <p:cNvGrpSpPr/>
          <p:nvPr/>
        </p:nvGrpSpPr>
        <p:grpSpPr>
          <a:xfrm>
            <a:off x="-320300" y="1685719"/>
            <a:ext cx="9777468" cy="3645635"/>
            <a:chOff x="-320300" y="1685719"/>
            <a:chExt cx="9777468" cy="3645635"/>
          </a:xfrm>
        </p:grpSpPr>
        <p:grpSp>
          <p:nvGrpSpPr>
            <p:cNvPr id="337" name="Google Shape;337;p9"/>
            <p:cNvGrpSpPr/>
            <p:nvPr/>
          </p:nvGrpSpPr>
          <p:grpSpPr>
            <a:xfrm>
              <a:off x="-320300" y="1685719"/>
              <a:ext cx="625855" cy="646908"/>
              <a:chOff x="7138988" y="265113"/>
              <a:chExt cx="1746248" cy="1804989"/>
            </a:xfrm>
          </p:grpSpPr>
          <p:sp>
            <p:nvSpPr>
              <p:cNvPr id="338" name="Google Shape;338;p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p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40" name="Google Shape;340;p9"/>
            <p:cNvGrpSpPr/>
            <p:nvPr/>
          </p:nvGrpSpPr>
          <p:grpSpPr>
            <a:xfrm>
              <a:off x="142503" y="2586852"/>
              <a:ext cx="396224" cy="409552"/>
              <a:chOff x="7138988" y="265113"/>
              <a:chExt cx="1746248" cy="1804989"/>
            </a:xfrm>
          </p:grpSpPr>
          <p:sp>
            <p:nvSpPr>
              <p:cNvPr id="341" name="Google Shape;341;p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2" name="Google Shape;342;p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43" name="Google Shape;343;p9"/>
            <p:cNvGrpSpPr/>
            <p:nvPr/>
          </p:nvGrpSpPr>
          <p:grpSpPr>
            <a:xfrm flipH="1">
              <a:off x="8831313" y="2985344"/>
              <a:ext cx="625855" cy="646908"/>
              <a:chOff x="7138988" y="265113"/>
              <a:chExt cx="1746248" cy="1804989"/>
            </a:xfrm>
          </p:grpSpPr>
          <p:sp>
            <p:nvSpPr>
              <p:cNvPr id="344" name="Google Shape;344;p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5" name="Google Shape;345;p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46" name="Google Shape;346;p9"/>
            <p:cNvGrpSpPr/>
            <p:nvPr/>
          </p:nvGrpSpPr>
          <p:grpSpPr>
            <a:xfrm flipH="1">
              <a:off x="7739042" y="4921802"/>
              <a:ext cx="396224" cy="409552"/>
              <a:chOff x="7138988" y="265113"/>
              <a:chExt cx="1746248" cy="1804989"/>
            </a:xfrm>
          </p:grpSpPr>
          <p:sp>
            <p:nvSpPr>
              <p:cNvPr id="347" name="Google Shape;347;p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8" name="Google Shape;348;p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49" name="Google Shape;349;p9"/>
          <p:cNvGrpSpPr/>
          <p:nvPr/>
        </p:nvGrpSpPr>
        <p:grpSpPr>
          <a:xfrm>
            <a:off x="-736048" y="-116930"/>
            <a:ext cx="9880059" cy="5267051"/>
            <a:chOff x="-736048" y="-116930"/>
            <a:chExt cx="9880059" cy="5267051"/>
          </a:xfrm>
        </p:grpSpPr>
        <p:grpSp>
          <p:nvGrpSpPr>
            <p:cNvPr id="350" name="Google Shape;350;p9"/>
            <p:cNvGrpSpPr/>
            <p:nvPr/>
          </p:nvGrpSpPr>
          <p:grpSpPr>
            <a:xfrm flipH="1">
              <a:off x="-736048" y="4932802"/>
              <a:ext cx="1464972" cy="217319"/>
              <a:chOff x="6424613" y="2481263"/>
              <a:chExt cx="2878137" cy="427038"/>
            </a:xfrm>
          </p:grpSpPr>
          <p:sp>
            <p:nvSpPr>
              <p:cNvPr id="351" name="Google Shape;351;p9"/>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2" name="Google Shape;352;p9"/>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3" name="Google Shape;353;p9"/>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4" name="Google Shape;354;p9"/>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5" name="Google Shape;355;p9"/>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6" name="Google Shape;356;p9"/>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7" name="Google Shape;357;p9"/>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8" name="Google Shape;358;p9"/>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59" name="Google Shape;359;p9"/>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0" name="Google Shape;360;p9"/>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61" name="Google Shape;361;p9"/>
            <p:cNvGrpSpPr/>
            <p:nvPr/>
          </p:nvGrpSpPr>
          <p:grpSpPr>
            <a:xfrm flipH="1">
              <a:off x="7679039" y="-116930"/>
              <a:ext cx="1464972" cy="217319"/>
              <a:chOff x="6424613" y="2481263"/>
              <a:chExt cx="2878137" cy="427038"/>
            </a:xfrm>
          </p:grpSpPr>
          <p:sp>
            <p:nvSpPr>
              <p:cNvPr id="362" name="Google Shape;362;p9"/>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3" name="Google Shape;363;p9"/>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4" name="Google Shape;364;p9"/>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5" name="Google Shape;365;p9"/>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6" name="Google Shape;366;p9"/>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7" name="Google Shape;367;p9"/>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8" name="Google Shape;368;p9"/>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69" name="Google Shape;369;p9"/>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0" name="Google Shape;370;p9"/>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71" name="Google Shape;371;p9"/>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372" name="Shape 372"/>
        <p:cNvGrpSpPr/>
        <p:nvPr/>
      </p:nvGrpSpPr>
      <p:grpSpPr>
        <a:xfrm>
          <a:off x="0" y="0"/>
          <a:ext cx="0" cy="0"/>
          <a:chOff x="0" y="0"/>
          <a:chExt cx="0" cy="0"/>
        </a:xfrm>
      </p:grpSpPr>
      <p:sp>
        <p:nvSpPr>
          <p:cNvPr id="373" name="Google Shape;373;p10"/>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374" name="Google Shape;374;p10"/>
          <p:cNvSpPr txBox="1"/>
          <p:nvPr>
            <p:ph idx="1" type="subTitle"/>
          </p:nvPr>
        </p:nvSpPr>
        <p:spPr>
          <a:xfrm>
            <a:off x="721133" y="1802100"/>
            <a:ext cx="2550300" cy="105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5" name="Google Shape;375;p10"/>
          <p:cNvSpPr txBox="1"/>
          <p:nvPr>
            <p:ph idx="2" type="subTitle"/>
          </p:nvPr>
        </p:nvSpPr>
        <p:spPr>
          <a:xfrm>
            <a:off x="3296808" y="1802100"/>
            <a:ext cx="2550300" cy="105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6" name="Google Shape;376;p10"/>
          <p:cNvSpPr txBox="1"/>
          <p:nvPr>
            <p:ph idx="3" type="subTitle"/>
          </p:nvPr>
        </p:nvSpPr>
        <p:spPr>
          <a:xfrm>
            <a:off x="5872575" y="1802100"/>
            <a:ext cx="2550300" cy="105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7" name="Google Shape;377;p10"/>
          <p:cNvSpPr txBox="1"/>
          <p:nvPr>
            <p:ph idx="4" type="subTitle"/>
          </p:nvPr>
        </p:nvSpPr>
        <p:spPr>
          <a:xfrm>
            <a:off x="721133" y="3550425"/>
            <a:ext cx="2550300" cy="105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8" name="Google Shape;378;p10"/>
          <p:cNvSpPr txBox="1"/>
          <p:nvPr>
            <p:ph idx="5" type="subTitle"/>
          </p:nvPr>
        </p:nvSpPr>
        <p:spPr>
          <a:xfrm>
            <a:off x="3296808" y="3550425"/>
            <a:ext cx="2550300" cy="105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79" name="Google Shape;379;p10"/>
          <p:cNvSpPr txBox="1"/>
          <p:nvPr>
            <p:ph idx="6" type="subTitle"/>
          </p:nvPr>
        </p:nvSpPr>
        <p:spPr>
          <a:xfrm>
            <a:off x="5872575" y="3550425"/>
            <a:ext cx="2550300" cy="1055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380" name="Google Shape;380;p10"/>
          <p:cNvSpPr txBox="1"/>
          <p:nvPr>
            <p:ph idx="7" type="subTitle"/>
          </p:nvPr>
        </p:nvSpPr>
        <p:spPr>
          <a:xfrm>
            <a:off x="721125" y="1306475"/>
            <a:ext cx="25503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81" name="Google Shape;381;p10"/>
          <p:cNvSpPr txBox="1"/>
          <p:nvPr>
            <p:ph idx="8" type="subTitle"/>
          </p:nvPr>
        </p:nvSpPr>
        <p:spPr>
          <a:xfrm>
            <a:off x="3296808" y="1306475"/>
            <a:ext cx="25503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82" name="Google Shape;382;p10"/>
          <p:cNvSpPr txBox="1"/>
          <p:nvPr>
            <p:ph idx="9" type="subTitle"/>
          </p:nvPr>
        </p:nvSpPr>
        <p:spPr>
          <a:xfrm>
            <a:off x="5872581" y="1306475"/>
            <a:ext cx="25503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83" name="Google Shape;383;p10"/>
          <p:cNvSpPr txBox="1"/>
          <p:nvPr>
            <p:ph idx="13" type="subTitle"/>
          </p:nvPr>
        </p:nvSpPr>
        <p:spPr>
          <a:xfrm>
            <a:off x="721125" y="3054800"/>
            <a:ext cx="25503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84" name="Google Shape;384;p10"/>
          <p:cNvSpPr txBox="1"/>
          <p:nvPr>
            <p:ph idx="14" type="subTitle"/>
          </p:nvPr>
        </p:nvSpPr>
        <p:spPr>
          <a:xfrm>
            <a:off x="3296892" y="3054800"/>
            <a:ext cx="25503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385" name="Google Shape;385;p10"/>
          <p:cNvSpPr txBox="1"/>
          <p:nvPr>
            <p:ph idx="15" type="subTitle"/>
          </p:nvPr>
        </p:nvSpPr>
        <p:spPr>
          <a:xfrm>
            <a:off x="5872889" y="3054800"/>
            <a:ext cx="2549700" cy="495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ctr">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grpSp>
        <p:nvGrpSpPr>
          <p:cNvPr id="386" name="Google Shape;386;p10"/>
          <p:cNvGrpSpPr/>
          <p:nvPr/>
        </p:nvGrpSpPr>
        <p:grpSpPr>
          <a:xfrm rot="1439793">
            <a:off x="-484112" y="4468350"/>
            <a:ext cx="961088" cy="280297"/>
            <a:chOff x="640" y="1594"/>
            <a:chExt cx="605" cy="177"/>
          </a:xfrm>
        </p:grpSpPr>
        <p:sp>
          <p:nvSpPr>
            <p:cNvPr id="387" name="Google Shape;387;p10"/>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388" name="Google Shape;388;p10"/>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389" name="Google Shape;389;p10"/>
          <p:cNvGrpSpPr/>
          <p:nvPr/>
        </p:nvGrpSpPr>
        <p:grpSpPr>
          <a:xfrm>
            <a:off x="-201682" y="-331731"/>
            <a:ext cx="1222740" cy="1186310"/>
            <a:chOff x="-201682" y="-331731"/>
            <a:chExt cx="1222740" cy="1186310"/>
          </a:xfrm>
        </p:grpSpPr>
        <p:grpSp>
          <p:nvGrpSpPr>
            <p:cNvPr id="390" name="Google Shape;390;p10"/>
            <p:cNvGrpSpPr/>
            <p:nvPr/>
          </p:nvGrpSpPr>
          <p:grpSpPr>
            <a:xfrm flipH="1">
              <a:off x="395203" y="-331731"/>
              <a:ext cx="625855" cy="646908"/>
              <a:chOff x="7138988" y="265113"/>
              <a:chExt cx="1746248" cy="1804989"/>
            </a:xfrm>
          </p:grpSpPr>
          <p:sp>
            <p:nvSpPr>
              <p:cNvPr id="391" name="Google Shape;391;p10"/>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2" name="Google Shape;392;p10"/>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393" name="Google Shape;393;p10"/>
            <p:cNvGrpSpPr/>
            <p:nvPr/>
          </p:nvGrpSpPr>
          <p:grpSpPr>
            <a:xfrm flipH="1">
              <a:off x="-201682" y="445027"/>
              <a:ext cx="396224" cy="409552"/>
              <a:chOff x="7138988" y="265113"/>
              <a:chExt cx="1746248" cy="1804989"/>
            </a:xfrm>
          </p:grpSpPr>
          <p:sp>
            <p:nvSpPr>
              <p:cNvPr id="394" name="Google Shape;394;p10"/>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5" name="Google Shape;395;p10"/>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396" name="Google Shape;396;p10"/>
          <p:cNvGrpSpPr/>
          <p:nvPr/>
        </p:nvGrpSpPr>
        <p:grpSpPr>
          <a:xfrm>
            <a:off x="4382239" y="-116930"/>
            <a:ext cx="5501702" cy="4940388"/>
            <a:chOff x="4382239" y="-116930"/>
            <a:chExt cx="5501702" cy="4940388"/>
          </a:xfrm>
        </p:grpSpPr>
        <p:grpSp>
          <p:nvGrpSpPr>
            <p:cNvPr id="397" name="Google Shape;397;p10"/>
            <p:cNvGrpSpPr/>
            <p:nvPr/>
          </p:nvGrpSpPr>
          <p:grpSpPr>
            <a:xfrm>
              <a:off x="8418969" y="4606139"/>
              <a:ext cx="1464972" cy="217319"/>
              <a:chOff x="6424613" y="2481263"/>
              <a:chExt cx="2878137" cy="427038"/>
            </a:xfrm>
          </p:grpSpPr>
          <p:sp>
            <p:nvSpPr>
              <p:cNvPr id="398" name="Google Shape;398;p10"/>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99" name="Google Shape;399;p10"/>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0" name="Google Shape;400;p10"/>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1" name="Google Shape;401;p10"/>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2" name="Google Shape;402;p10"/>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3" name="Google Shape;403;p10"/>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4" name="Google Shape;404;p10"/>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5" name="Google Shape;405;p10"/>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6" name="Google Shape;406;p10"/>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07" name="Google Shape;407;p10"/>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08" name="Google Shape;408;p10"/>
            <p:cNvGrpSpPr/>
            <p:nvPr/>
          </p:nvGrpSpPr>
          <p:grpSpPr>
            <a:xfrm flipH="1">
              <a:off x="4382239" y="-116930"/>
              <a:ext cx="1464972" cy="217319"/>
              <a:chOff x="6424613" y="2481263"/>
              <a:chExt cx="2878137" cy="427038"/>
            </a:xfrm>
          </p:grpSpPr>
          <p:sp>
            <p:nvSpPr>
              <p:cNvPr id="409" name="Google Shape;409;p10"/>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0" name="Google Shape;410;p10"/>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1" name="Google Shape;411;p10"/>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2" name="Google Shape;412;p10"/>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3" name="Google Shape;413;p10"/>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4" name="Google Shape;414;p10"/>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5" name="Google Shape;415;p10"/>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6" name="Google Shape;416;p10"/>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7" name="Google Shape;417;p10"/>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18" name="Google Shape;418;p10"/>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19" name="Shape 419"/>
        <p:cNvGrpSpPr/>
        <p:nvPr/>
      </p:nvGrpSpPr>
      <p:grpSpPr>
        <a:xfrm>
          <a:off x="0" y="0"/>
          <a:ext cx="0" cy="0"/>
          <a:chOff x="0" y="0"/>
          <a:chExt cx="0" cy="0"/>
        </a:xfrm>
      </p:grpSpPr>
      <p:sp>
        <p:nvSpPr>
          <p:cNvPr id="420" name="Google Shape;420;p11"/>
          <p:cNvSpPr txBox="1"/>
          <p:nvPr>
            <p:ph hasCustomPrompt="1" type="title"/>
          </p:nvPr>
        </p:nvSpPr>
        <p:spPr>
          <a:xfrm>
            <a:off x="715100" y="1718188"/>
            <a:ext cx="4443300" cy="1214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9600"/>
              <a:buNone/>
              <a:defRPr sz="60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421" name="Google Shape;421;p11"/>
          <p:cNvSpPr txBox="1"/>
          <p:nvPr>
            <p:ph idx="1" type="subTitle"/>
          </p:nvPr>
        </p:nvSpPr>
        <p:spPr>
          <a:xfrm>
            <a:off x="715100" y="2986712"/>
            <a:ext cx="4443300" cy="438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p:txBody>
      </p:sp>
      <p:grpSp>
        <p:nvGrpSpPr>
          <p:cNvPr id="422" name="Google Shape;422;p11"/>
          <p:cNvGrpSpPr/>
          <p:nvPr/>
        </p:nvGrpSpPr>
        <p:grpSpPr>
          <a:xfrm>
            <a:off x="-17393" y="-11"/>
            <a:ext cx="9901334" cy="5144006"/>
            <a:chOff x="-17393" y="-11"/>
            <a:chExt cx="9901334" cy="5144006"/>
          </a:xfrm>
        </p:grpSpPr>
        <p:grpSp>
          <p:nvGrpSpPr>
            <p:cNvPr id="423" name="Google Shape;423;p11"/>
            <p:cNvGrpSpPr/>
            <p:nvPr/>
          </p:nvGrpSpPr>
          <p:grpSpPr>
            <a:xfrm>
              <a:off x="8418969" y="4926676"/>
              <a:ext cx="1464972" cy="217319"/>
              <a:chOff x="6424613" y="2481263"/>
              <a:chExt cx="2878137" cy="427038"/>
            </a:xfrm>
          </p:grpSpPr>
          <p:sp>
            <p:nvSpPr>
              <p:cNvPr id="424" name="Google Shape;424;p11"/>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5" name="Google Shape;425;p11"/>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6" name="Google Shape;426;p11"/>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7" name="Google Shape;427;p11"/>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8" name="Google Shape;428;p11"/>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29" name="Google Shape;429;p11"/>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0" name="Google Shape;430;p11"/>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1" name="Google Shape;431;p11"/>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2" name="Google Shape;432;p11"/>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3" name="Google Shape;433;p11"/>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34" name="Google Shape;434;p11"/>
            <p:cNvGrpSpPr/>
            <p:nvPr/>
          </p:nvGrpSpPr>
          <p:grpSpPr>
            <a:xfrm>
              <a:off x="-17393" y="-11"/>
              <a:ext cx="1464972" cy="217319"/>
              <a:chOff x="6424613" y="2481263"/>
              <a:chExt cx="2878137" cy="427038"/>
            </a:xfrm>
          </p:grpSpPr>
          <p:sp>
            <p:nvSpPr>
              <p:cNvPr id="435" name="Google Shape;435;p11"/>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6" name="Google Shape;436;p11"/>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7" name="Google Shape;437;p11"/>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8" name="Google Shape;438;p11"/>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39" name="Google Shape;439;p11"/>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0" name="Google Shape;440;p11"/>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1" name="Google Shape;441;p11"/>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2" name="Google Shape;442;p11"/>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3" name="Google Shape;443;p11"/>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44" name="Google Shape;444;p11"/>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45" name="Google Shape;445;p11"/>
          <p:cNvGrpSpPr/>
          <p:nvPr/>
        </p:nvGrpSpPr>
        <p:grpSpPr>
          <a:xfrm>
            <a:off x="-356494" y="-440397"/>
            <a:ext cx="8100958" cy="5837377"/>
            <a:chOff x="-356494" y="-440397"/>
            <a:chExt cx="8100958" cy="5837377"/>
          </a:xfrm>
        </p:grpSpPr>
        <p:grpSp>
          <p:nvGrpSpPr>
            <p:cNvPr id="446" name="Google Shape;446;p11"/>
            <p:cNvGrpSpPr/>
            <p:nvPr/>
          </p:nvGrpSpPr>
          <p:grpSpPr>
            <a:xfrm rot="8100000">
              <a:off x="6825025" y="-141650"/>
              <a:ext cx="961088" cy="280297"/>
              <a:chOff x="640" y="1594"/>
              <a:chExt cx="605" cy="177"/>
            </a:xfrm>
          </p:grpSpPr>
          <p:sp>
            <p:nvSpPr>
              <p:cNvPr id="447" name="Google Shape;447;p11"/>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48" name="Google Shape;448;p11"/>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49" name="Google Shape;449;p11"/>
            <p:cNvGrpSpPr/>
            <p:nvPr/>
          </p:nvGrpSpPr>
          <p:grpSpPr>
            <a:xfrm rot="-1800000">
              <a:off x="-350800" y="4895187"/>
              <a:ext cx="961088" cy="280297"/>
              <a:chOff x="640" y="1594"/>
              <a:chExt cx="605" cy="177"/>
            </a:xfrm>
          </p:grpSpPr>
          <p:sp>
            <p:nvSpPr>
              <p:cNvPr id="450" name="Google Shape;450;p11"/>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51" name="Google Shape;451;p11"/>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452" name="Google Shape;452;p11"/>
          <p:cNvGrpSpPr/>
          <p:nvPr/>
        </p:nvGrpSpPr>
        <p:grpSpPr>
          <a:xfrm>
            <a:off x="-188210" y="429627"/>
            <a:ext cx="9537774" cy="5137931"/>
            <a:chOff x="-188210" y="429627"/>
            <a:chExt cx="9537774" cy="5137931"/>
          </a:xfrm>
        </p:grpSpPr>
        <p:grpSp>
          <p:nvGrpSpPr>
            <p:cNvPr id="453" name="Google Shape;453;p11"/>
            <p:cNvGrpSpPr/>
            <p:nvPr/>
          </p:nvGrpSpPr>
          <p:grpSpPr>
            <a:xfrm>
              <a:off x="7744467" y="429637"/>
              <a:ext cx="833659" cy="861702"/>
              <a:chOff x="7138988" y="265113"/>
              <a:chExt cx="1746248" cy="1804989"/>
            </a:xfrm>
          </p:grpSpPr>
          <p:sp>
            <p:nvSpPr>
              <p:cNvPr id="454" name="Google Shape;454;p1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5" name="Google Shape;455;p1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56" name="Google Shape;456;p11"/>
            <p:cNvGrpSpPr/>
            <p:nvPr/>
          </p:nvGrpSpPr>
          <p:grpSpPr>
            <a:xfrm>
              <a:off x="8953340" y="429627"/>
              <a:ext cx="396224" cy="409552"/>
              <a:chOff x="7138988" y="265113"/>
              <a:chExt cx="1746248" cy="1804989"/>
            </a:xfrm>
          </p:grpSpPr>
          <p:sp>
            <p:nvSpPr>
              <p:cNvPr id="457" name="Google Shape;457;p1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58" name="Google Shape;458;p1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59" name="Google Shape;459;p11"/>
            <p:cNvGrpSpPr/>
            <p:nvPr/>
          </p:nvGrpSpPr>
          <p:grpSpPr>
            <a:xfrm>
              <a:off x="-188210" y="4098927"/>
              <a:ext cx="396224" cy="409552"/>
              <a:chOff x="7138988" y="265113"/>
              <a:chExt cx="1746248" cy="1804989"/>
            </a:xfrm>
          </p:grpSpPr>
          <p:sp>
            <p:nvSpPr>
              <p:cNvPr id="460" name="Google Shape;460;p1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1" name="Google Shape;461;p1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62" name="Google Shape;462;p11"/>
            <p:cNvGrpSpPr/>
            <p:nvPr/>
          </p:nvGrpSpPr>
          <p:grpSpPr>
            <a:xfrm>
              <a:off x="1157054" y="4705856"/>
              <a:ext cx="833659" cy="861702"/>
              <a:chOff x="7138988" y="265113"/>
              <a:chExt cx="1746248" cy="1804989"/>
            </a:xfrm>
          </p:grpSpPr>
          <p:sp>
            <p:nvSpPr>
              <p:cNvPr id="463" name="Google Shape;463;p1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64" name="Google Shape;464;p1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65" name="Shape 465"/>
        <p:cNvGrpSpPr/>
        <p:nvPr/>
      </p:nvGrpSpPr>
      <p:grpSpPr>
        <a:xfrm>
          <a:off x="0" y="0"/>
          <a:ext cx="0" cy="0"/>
          <a:chOff x="0" y="0"/>
          <a:chExt cx="0" cy="0"/>
        </a:xfrm>
      </p:grpSpPr>
      <p:sp>
        <p:nvSpPr>
          <p:cNvPr id="466" name="Google Shape;466;p12"/>
          <p:cNvSpPr/>
          <p:nvPr>
            <p:ph idx="2" type="pic"/>
          </p:nvPr>
        </p:nvSpPr>
        <p:spPr>
          <a:xfrm>
            <a:off x="0" y="0"/>
            <a:ext cx="9144000" cy="5143500"/>
          </a:xfrm>
          <a:prstGeom prst="rect">
            <a:avLst/>
          </a:prstGeom>
          <a:noFill/>
          <a:ln>
            <a:noFill/>
          </a:ln>
        </p:spPr>
      </p:sp>
      <p:sp>
        <p:nvSpPr>
          <p:cNvPr id="467" name="Google Shape;467;p12"/>
          <p:cNvSpPr txBox="1"/>
          <p:nvPr>
            <p:ph type="title"/>
          </p:nvPr>
        </p:nvSpPr>
        <p:spPr>
          <a:xfrm>
            <a:off x="720000" y="4009075"/>
            <a:ext cx="7704000" cy="599400"/>
          </a:xfrm>
          <a:prstGeom prst="rect">
            <a:avLst/>
          </a:prstGeom>
          <a:solidFill>
            <a:schemeClr val="lt1"/>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000"/>
              <a:buNone/>
              <a:defRPr sz="2400"/>
            </a:lvl1pPr>
            <a:lvl2pPr lvl="1" algn="ctr">
              <a:lnSpc>
                <a:spcPct val="100000"/>
              </a:lnSpc>
              <a:spcBef>
                <a:spcPts val="0"/>
              </a:spcBef>
              <a:spcAft>
                <a:spcPts val="0"/>
              </a:spcAft>
              <a:buSzPts val="3000"/>
              <a:buNone/>
              <a:defRPr/>
            </a:lvl2pPr>
            <a:lvl3pPr lvl="2" algn="ctr">
              <a:lnSpc>
                <a:spcPct val="100000"/>
              </a:lnSpc>
              <a:spcBef>
                <a:spcPts val="0"/>
              </a:spcBef>
              <a:spcAft>
                <a:spcPts val="0"/>
              </a:spcAft>
              <a:buSzPts val="3000"/>
              <a:buNone/>
              <a:defRPr/>
            </a:lvl3pPr>
            <a:lvl4pPr lvl="3" algn="ctr">
              <a:lnSpc>
                <a:spcPct val="100000"/>
              </a:lnSpc>
              <a:spcBef>
                <a:spcPts val="0"/>
              </a:spcBef>
              <a:spcAft>
                <a:spcPts val="0"/>
              </a:spcAft>
              <a:buSzPts val="3000"/>
              <a:buNone/>
              <a:defRPr/>
            </a:lvl4pPr>
            <a:lvl5pPr lvl="4" algn="ctr">
              <a:lnSpc>
                <a:spcPct val="100000"/>
              </a:lnSpc>
              <a:spcBef>
                <a:spcPts val="0"/>
              </a:spcBef>
              <a:spcAft>
                <a:spcPts val="0"/>
              </a:spcAft>
              <a:buSzPts val="3000"/>
              <a:buNone/>
              <a:defRPr/>
            </a:lvl5pPr>
            <a:lvl6pPr lvl="5" algn="ctr">
              <a:lnSpc>
                <a:spcPct val="100000"/>
              </a:lnSpc>
              <a:spcBef>
                <a:spcPts val="0"/>
              </a:spcBef>
              <a:spcAft>
                <a:spcPts val="0"/>
              </a:spcAft>
              <a:buSzPts val="3000"/>
              <a:buNone/>
              <a:defRPr/>
            </a:lvl6pPr>
            <a:lvl7pPr lvl="6" algn="ctr">
              <a:lnSpc>
                <a:spcPct val="100000"/>
              </a:lnSpc>
              <a:spcBef>
                <a:spcPts val="0"/>
              </a:spcBef>
              <a:spcAft>
                <a:spcPts val="0"/>
              </a:spcAft>
              <a:buSzPts val="3000"/>
              <a:buNone/>
              <a:defRPr/>
            </a:lvl7pPr>
            <a:lvl8pPr lvl="7" algn="ctr">
              <a:lnSpc>
                <a:spcPct val="100000"/>
              </a:lnSpc>
              <a:spcBef>
                <a:spcPts val="0"/>
              </a:spcBef>
              <a:spcAft>
                <a:spcPts val="0"/>
              </a:spcAft>
              <a:buSzPts val="3000"/>
              <a:buNone/>
              <a:defRPr/>
            </a:lvl8pPr>
            <a:lvl9pPr lvl="8" algn="ctr">
              <a:lnSpc>
                <a:spcPct val="100000"/>
              </a:lnSpc>
              <a:spcBef>
                <a:spcPts val="0"/>
              </a:spcBef>
              <a:spcAft>
                <a:spcPts val="0"/>
              </a:spcAft>
              <a:buSzPts val="30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68" name="Shape 468"/>
        <p:cNvGrpSpPr/>
        <p:nvPr/>
      </p:nvGrpSpPr>
      <p:grpSpPr>
        <a:xfrm>
          <a:off x="0" y="0"/>
          <a:ext cx="0" cy="0"/>
          <a:chOff x="0" y="0"/>
          <a:chExt cx="0" cy="0"/>
        </a:xfrm>
      </p:grpSpPr>
      <p:sp>
        <p:nvSpPr>
          <p:cNvPr id="469" name="Google Shape;469;p13"/>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470" name="Google Shape;470;p13"/>
          <p:cNvGrpSpPr/>
          <p:nvPr/>
        </p:nvGrpSpPr>
        <p:grpSpPr>
          <a:xfrm flipH="1" rot="-1439793">
            <a:off x="8613604" y="4359700"/>
            <a:ext cx="961088" cy="280297"/>
            <a:chOff x="640" y="1594"/>
            <a:chExt cx="605" cy="177"/>
          </a:xfrm>
        </p:grpSpPr>
        <p:sp>
          <p:nvSpPr>
            <p:cNvPr id="471" name="Google Shape;471;p13"/>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472" name="Google Shape;472;p13"/>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473" name="Google Shape;473;p13"/>
          <p:cNvGrpSpPr/>
          <p:nvPr/>
        </p:nvGrpSpPr>
        <p:grpSpPr>
          <a:xfrm>
            <a:off x="-320300" y="1685719"/>
            <a:ext cx="9777468" cy="3645635"/>
            <a:chOff x="-320300" y="1685719"/>
            <a:chExt cx="9777468" cy="3645635"/>
          </a:xfrm>
        </p:grpSpPr>
        <p:grpSp>
          <p:nvGrpSpPr>
            <p:cNvPr id="474" name="Google Shape;474;p13"/>
            <p:cNvGrpSpPr/>
            <p:nvPr/>
          </p:nvGrpSpPr>
          <p:grpSpPr>
            <a:xfrm>
              <a:off x="-320300" y="1685719"/>
              <a:ext cx="859027" cy="1310685"/>
              <a:chOff x="-320300" y="1685719"/>
              <a:chExt cx="859027" cy="1310685"/>
            </a:xfrm>
          </p:grpSpPr>
          <p:grpSp>
            <p:nvGrpSpPr>
              <p:cNvPr id="475" name="Google Shape;475;p13"/>
              <p:cNvGrpSpPr/>
              <p:nvPr/>
            </p:nvGrpSpPr>
            <p:grpSpPr>
              <a:xfrm>
                <a:off x="-320300" y="1685719"/>
                <a:ext cx="625855" cy="646908"/>
                <a:chOff x="7138988" y="265113"/>
                <a:chExt cx="1746248" cy="1804989"/>
              </a:xfrm>
            </p:grpSpPr>
            <p:sp>
              <p:nvSpPr>
                <p:cNvPr id="476" name="Google Shape;476;p1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77" name="Google Shape;477;p1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78" name="Google Shape;478;p13"/>
              <p:cNvGrpSpPr/>
              <p:nvPr/>
            </p:nvGrpSpPr>
            <p:grpSpPr>
              <a:xfrm>
                <a:off x="142503" y="2586852"/>
                <a:ext cx="396224" cy="409552"/>
                <a:chOff x="7138988" y="265113"/>
                <a:chExt cx="1746248" cy="1804989"/>
              </a:xfrm>
            </p:grpSpPr>
            <p:sp>
              <p:nvSpPr>
                <p:cNvPr id="479" name="Google Shape;479;p1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0" name="Google Shape;480;p1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481" name="Google Shape;481;p13"/>
            <p:cNvGrpSpPr/>
            <p:nvPr/>
          </p:nvGrpSpPr>
          <p:grpSpPr>
            <a:xfrm>
              <a:off x="7739042" y="2985344"/>
              <a:ext cx="1718126" cy="2346010"/>
              <a:chOff x="7739042" y="2985344"/>
              <a:chExt cx="1718126" cy="2346010"/>
            </a:xfrm>
          </p:grpSpPr>
          <p:grpSp>
            <p:nvGrpSpPr>
              <p:cNvPr id="482" name="Google Shape;482;p13"/>
              <p:cNvGrpSpPr/>
              <p:nvPr/>
            </p:nvGrpSpPr>
            <p:grpSpPr>
              <a:xfrm flipH="1">
                <a:off x="8831313" y="2985344"/>
                <a:ext cx="625855" cy="646908"/>
                <a:chOff x="7138988" y="265113"/>
                <a:chExt cx="1746248" cy="1804989"/>
              </a:xfrm>
            </p:grpSpPr>
            <p:sp>
              <p:nvSpPr>
                <p:cNvPr id="483" name="Google Shape;483;p1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4" name="Google Shape;484;p1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485" name="Google Shape;485;p13"/>
              <p:cNvGrpSpPr/>
              <p:nvPr/>
            </p:nvGrpSpPr>
            <p:grpSpPr>
              <a:xfrm flipH="1">
                <a:off x="7739042" y="4921802"/>
                <a:ext cx="396224" cy="409552"/>
                <a:chOff x="7138988" y="265113"/>
                <a:chExt cx="1746248" cy="1804989"/>
              </a:xfrm>
            </p:grpSpPr>
            <p:sp>
              <p:nvSpPr>
                <p:cNvPr id="486" name="Google Shape;486;p1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87" name="Google Shape;487;p1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488" name="Google Shape;488;p13"/>
          <p:cNvGrpSpPr/>
          <p:nvPr/>
        </p:nvGrpSpPr>
        <p:grpSpPr>
          <a:xfrm>
            <a:off x="-736048" y="-116930"/>
            <a:ext cx="9880059" cy="5267051"/>
            <a:chOff x="-736048" y="-116930"/>
            <a:chExt cx="9880059" cy="5267051"/>
          </a:xfrm>
        </p:grpSpPr>
        <p:grpSp>
          <p:nvGrpSpPr>
            <p:cNvPr id="489" name="Google Shape;489;p13"/>
            <p:cNvGrpSpPr/>
            <p:nvPr/>
          </p:nvGrpSpPr>
          <p:grpSpPr>
            <a:xfrm flipH="1">
              <a:off x="-736048" y="4932802"/>
              <a:ext cx="1464972" cy="217319"/>
              <a:chOff x="6424613" y="2481263"/>
              <a:chExt cx="2878137" cy="427038"/>
            </a:xfrm>
          </p:grpSpPr>
          <p:sp>
            <p:nvSpPr>
              <p:cNvPr id="490" name="Google Shape;490;p13"/>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1" name="Google Shape;491;p13"/>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2" name="Google Shape;492;p13"/>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3" name="Google Shape;493;p13"/>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4" name="Google Shape;494;p13"/>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5" name="Google Shape;495;p13"/>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6" name="Google Shape;496;p13"/>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7" name="Google Shape;497;p13"/>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8" name="Google Shape;498;p13"/>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499" name="Google Shape;499;p13"/>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00" name="Google Shape;500;p13"/>
            <p:cNvGrpSpPr/>
            <p:nvPr/>
          </p:nvGrpSpPr>
          <p:grpSpPr>
            <a:xfrm flipH="1">
              <a:off x="7679039" y="-116930"/>
              <a:ext cx="1464972" cy="217319"/>
              <a:chOff x="6424613" y="2481263"/>
              <a:chExt cx="2878137" cy="427038"/>
            </a:xfrm>
          </p:grpSpPr>
          <p:sp>
            <p:nvSpPr>
              <p:cNvPr id="501" name="Google Shape;501;p13"/>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2" name="Google Shape;502;p13"/>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3" name="Google Shape;503;p13"/>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4" name="Google Shape;504;p13"/>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5" name="Google Shape;505;p13"/>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6" name="Google Shape;506;p13"/>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7" name="Google Shape;507;p13"/>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8" name="Google Shape;508;p13"/>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09" name="Google Shape;509;p13"/>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10" name="Google Shape;510;p13"/>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TITLE_ONLY_1">
    <p:spTree>
      <p:nvGrpSpPr>
        <p:cNvPr id="511" name="Shape 511"/>
        <p:cNvGrpSpPr/>
        <p:nvPr/>
      </p:nvGrpSpPr>
      <p:grpSpPr>
        <a:xfrm>
          <a:off x="0" y="0"/>
          <a:ext cx="0" cy="0"/>
          <a:chOff x="0" y="0"/>
          <a:chExt cx="0" cy="0"/>
        </a:xfrm>
      </p:grpSpPr>
      <p:sp>
        <p:nvSpPr>
          <p:cNvPr id="512" name="Google Shape;512;p14"/>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13" name="Google Shape;513;p14"/>
          <p:cNvGrpSpPr/>
          <p:nvPr/>
        </p:nvGrpSpPr>
        <p:grpSpPr>
          <a:xfrm rot="1439793">
            <a:off x="-484112" y="3752425"/>
            <a:ext cx="961088" cy="280297"/>
            <a:chOff x="640" y="1594"/>
            <a:chExt cx="605" cy="177"/>
          </a:xfrm>
        </p:grpSpPr>
        <p:sp>
          <p:nvSpPr>
            <p:cNvPr id="514" name="Google Shape;514;p14"/>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15" name="Google Shape;515;p14"/>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16" name="Google Shape;516;p14"/>
          <p:cNvGrpSpPr/>
          <p:nvPr/>
        </p:nvGrpSpPr>
        <p:grpSpPr>
          <a:xfrm>
            <a:off x="-201682" y="-331731"/>
            <a:ext cx="9551246" cy="5792322"/>
            <a:chOff x="-201682" y="-331731"/>
            <a:chExt cx="9551246" cy="5792322"/>
          </a:xfrm>
        </p:grpSpPr>
        <p:grpSp>
          <p:nvGrpSpPr>
            <p:cNvPr id="517" name="Google Shape;517;p14"/>
            <p:cNvGrpSpPr/>
            <p:nvPr/>
          </p:nvGrpSpPr>
          <p:grpSpPr>
            <a:xfrm>
              <a:off x="8115809" y="4027877"/>
              <a:ext cx="1233755" cy="1432714"/>
              <a:chOff x="8115809" y="4027877"/>
              <a:chExt cx="1233755" cy="1432714"/>
            </a:xfrm>
          </p:grpSpPr>
          <p:grpSp>
            <p:nvGrpSpPr>
              <p:cNvPr id="518" name="Google Shape;518;p14"/>
              <p:cNvGrpSpPr/>
              <p:nvPr/>
            </p:nvGrpSpPr>
            <p:grpSpPr>
              <a:xfrm>
                <a:off x="8115809" y="4813683"/>
                <a:ext cx="625855" cy="646908"/>
                <a:chOff x="7138988" y="265113"/>
                <a:chExt cx="1746248" cy="1804989"/>
              </a:xfrm>
            </p:grpSpPr>
            <p:sp>
              <p:nvSpPr>
                <p:cNvPr id="519" name="Google Shape;519;p1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0" name="Google Shape;520;p1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1" name="Google Shape;521;p14"/>
              <p:cNvGrpSpPr/>
              <p:nvPr/>
            </p:nvGrpSpPr>
            <p:grpSpPr>
              <a:xfrm>
                <a:off x="8953340" y="4027877"/>
                <a:ext cx="396224" cy="409552"/>
                <a:chOff x="7138988" y="265113"/>
                <a:chExt cx="1746248" cy="1804989"/>
              </a:xfrm>
            </p:grpSpPr>
            <p:sp>
              <p:nvSpPr>
                <p:cNvPr id="522" name="Google Shape;522;p1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3" name="Google Shape;523;p1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524" name="Google Shape;524;p14"/>
            <p:cNvGrpSpPr/>
            <p:nvPr/>
          </p:nvGrpSpPr>
          <p:grpSpPr>
            <a:xfrm>
              <a:off x="-201682" y="-331731"/>
              <a:ext cx="1222740" cy="1186310"/>
              <a:chOff x="-201682" y="-331731"/>
              <a:chExt cx="1222740" cy="1186310"/>
            </a:xfrm>
          </p:grpSpPr>
          <p:grpSp>
            <p:nvGrpSpPr>
              <p:cNvPr id="525" name="Google Shape;525;p14"/>
              <p:cNvGrpSpPr/>
              <p:nvPr/>
            </p:nvGrpSpPr>
            <p:grpSpPr>
              <a:xfrm flipH="1">
                <a:off x="395203" y="-331731"/>
                <a:ext cx="625855" cy="646908"/>
                <a:chOff x="7138988" y="265113"/>
                <a:chExt cx="1746248" cy="1804989"/>
              </a:xfrm>
            </p:grpSpPr>
            <p:sp>
              <p:nvSpPr>
                <p:cNvPr id="526" name="Google Shape;526;p1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27" name="Google Shape;527;p1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28" name="Google Shape;528;p14"/>
              <p:cNvGrpSpPr/>
              <p:nvPr/>
            </p:nvGrpSpPr>
            <p:grpSpPr>
              <a:xfrm flipH="1">
                <a:off x="-201682" y="445027"/>
                <a:ext cx="396224" cy="409552"/>
                <a:chOff x="7138988" y="265113"/>
                <a:chExt cx="1746248" cy="1804989"/>
              </a:xfrm>
            </p:grpSpPr>
            <p:sp>
              <p:nvSpPr>
                <p:cNvPr id="529" name="Google Shape;529;p1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0" name="Google Shape;530;p1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531" name="Google Shape;531;p14"/>
          <p:cNvGrpSpPr/>
          <p:nvPr/>
        </p:nvGrpSpPr>
        <p:grpSpPr>
          <a:xfrm>
            <a:off x="-749881" y="317689"/>
            <a:ext cx="10633822" cy="4831594"/>
            <a:chOff x="-749881" y="317689"/>
            <a:chExt cx="10633822" cy="4831594"/>
          </a:xfrm>
        </p:grpSpPr>
        <p:grpSp>
          <p:nvGrpSpPr>
            <p:cNvPr id="532" name="Google Shape;532;p14"/>
            <p:cNvGrpSpPr/>
            <p:nvPr/>
          </p:nvGrpSpPr>
          <p:grpSpPr>
            <a:xfrm>
              <a:off x="8418969" y="317689"/>
              <a:ext cx="1464972" cy="217319"/>
              <a:chOff x="6424613" y="2481263"/>
              <a:chExt cx="2878137" cy="427038"/>
            </a:xfrm>
          </p:grpSpPr>
          <p:sp>
            <p:nvSpPr>
              <p:cNvPr id="533" name="Google Shape;533;p14"/>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4" name="Google Shape;534;p14"/>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5" name="Google Shape;535;p14"/>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6" name="Google Shape;536;p14"/>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7" name="Google Shape;537;p14"/>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8" name="Google Shape;538;p14"/>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39" name="Google Shape;539;p14"/>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0" name="Google Shape;540;p14"/>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1" name="Google Shape;541;p14"/>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2" name="Google Shape;542;p14"/>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43" name="Google Shape;543;p14"/>
            <p:cNvGrpSpPr/>
            <p:nvPr/>
          </p:nvGrpSpPr>
          <p:grpSpPr>
            <a:xfrm>
              <a:off x="-749881" y="4931964"/>
              <a:ext cx="1464972" cy="217319"/>
              <a:chOff x="6424613" y="2481263"/>
              <a:chExt cx="2878137" cy="427038"/>
            </a:xfrm>
          </p:grpSpPr>
          <p:sp>
            <p:nvSpPr>
              <p:cNvPr id="544" name="Google Shape;544;p14"/>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5" name="Google Shape;545;p14"/>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6" name="Google Shape;546;p14"/>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7" name="Google Shape;547;p14"/>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8" name="Google Shape;548;p14"/>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49" name="Google Shape;549;p14"/>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0" name="Google Shape;550;p14"/>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1" name="Google Shape;551;p14"/>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2" name="Google Shape;552;p14"/>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53" name="Google Shape;553;p14"/>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54" name="Shape 554"/>
        <p:cNvGrpSpPr/>
        <p:nvPr/>
      </p:nvGrpSpPr>
      <p:grpSpPr>
        <a:xfrm>
          <a:off x="0" y="0"/>
          <a:ext cx="0" cy="0"/>
          <a:chOff x="0" y="0"/>
          <a:chExt cx="0" cy="0"/>
        </a:xfrm>
      </p:grpSpPr>
      <p:sp>
        <p:nvSpPr>
          <p:cNvPr id="555" name="Google Shape;555;p15"/>
          <p:cNvSpPr txBox="1"/>
          <p:nvPr>
            <p:ph idx="1" type="subTitle"/>
          </p:nvPr>
        </p:nvSpPr>
        <p:spPr>
          <a:xfrm>
            <a:off x="4658425" y="2046100"/>
            <a:ext cx="3770400" cy="1760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400"/>
              <a:buFont typeface="Nunito"/>
              <a:buAutoNum type="arabicPeriod"/>
              <a:defRPr/>
            </a:lvl1pPr>
            <a:lvl2pPr lvl="1" algn="l">
              <a:lnSpc>
                <a:spcPct val="100000"/>
              </a:lnSpc>
              <a:spcBef>
                <a:spcPts val="1000"/>
              </a:spcBef>
              <a:spcAft>
                <a:spcPts val="0"/>
              </a:spcAft>
              <a:buSzPts val="1600"/>
              <a:buAutoNum type="alphaLcPeriod"/>
              <a:defRPr sz="1600"/>
            </a:lvl2pPr>
            <a:lvl3pPr lvl="2" algn="l">
              <a:lnSpc>
                <a:spcPct val="100000"/>
              </a:lnSpc>
              <a:spcBef>
                <a:spcPts val="0"/>
              </a:spcBef>
              <a:spcAft>
                <a:spcPts val="0"/>
              </a:spcAft>
              <a:buSzPts val="1600"/>
              <a:buAutoNum type="romanLcPeriod"/>
              <a:defRPr sz="1600"/>
            </a:lvl3pPr>
            <a:lvl4pPr lvl="3" algn="l">
              <a:lnSpc>
                <a:spcPct val="100000"/>
              </a:lnSpc>
              <a:spcBef>
                <a:spcPts val="0"/>
              </a:spcBef>
              <a:spcAft>
                <a:spcPts val="0"/>
              </a:spcAft>
              <a:buSzPts val="1600"/>
              <a:buAutoNum type="arabicPeriod"/>
              <a:defRPr sz="1600"/>
            </a:lvl4pPr>
            <a:lvl5pPr lvl="4" algn="l">
              <a:lnSpc>
                <a:spcPct val="100000"/>
              </a:lnSpc>
              <a:spcBef>
                <a:spcPts val="0"/>
              </a:spcBef>
              <a:spcAft>
                <a:spcPts val="0"/>
              </a:spcAft>
              <a:buSzPts val="1600"/>
              <a:buAutoNum type="alphaLcPeriod"/>
              <a:defRPr sz="1600"/>
            </a:lvl5pPr>
            <a:lvl6pPr lvl="5" algn="l">
              <a:lnSpc>
                <a:spcPct val="100000"/>
              </a:lnSpc>
              <a:spcBef>
                <a:spcPts val="0"/>
              </a:spcBef>
              <a:spcAft>
                <a:spcPts val="0"/>
              </a:spcAft>
              <a:buSzPts val="1600"/>
              <a:buAutoNum type="romanLcPeriod"/>
              <a:defRPr sz="1600"/>
            </a:lvl6pPr>
            <a:lvl7pPr lvl="6" algn="l">
              <a:lnSpc>
                <a:spcPct val="100000"/>
              </a:lnSpc>
              <a:spcBef>
                <a:spcPts val="0"/>
              </a:spcBef>
              <a:spcAft>
                <a:spcPts val="0"/>
              </a:spcAft>
              <a:buSzPts val="1600"/>
              <a:buAutoNum type="arabicPeriod"/>
              <a:defRPr sz="1600"/>
            </a:lvl7pPr>
            <a:lvl8pPr lvl="7" algn="l">
              <a:lnSpc>
                <a:spcPct val="100000"/>
              </a:lnSpc>
              <a:spcBef>
                <a:spcPts val="0"/>
              </a:spcBef>
              <a:spcAft>
                <a:spcPts val="0"/>
              </a:spcAft>
              <a:buSzPts val="1600"/>
              <a:buAutoNum type="alphaLcPeriod"/>
              <a:defRPr sz="1600"/>
            </a:lvl8pPr>
            <a:lvl9pPr lvl="8" algn="l">
              <a:lnSpc>
                <a:spcPct val="100000"/>
              </a:lnSpc>
              <a:spcBef>
                <a:spcPts val="0"/>
              </a:spcBef>
              <a:spcAft>
                <a:spcPts val="0"/>
              </a:spcAft>
              <a:buSzPts val="1600"/>
              <a:buAutoNum type="romanLcPeriod"/>
              <a:defRPr sz="1600"/>
            </a:lvl9pPr>
          </a:lstStyle>
          <a:p/>
        </p:txBody>
      </p:sp>
      <p:sp>
        <p:nvSpPr>
          <p:cNvPr id="556" name="Google Shape;556;p15"/>
          <p:cNvSpPr txBox="1"/>
          <p:nvPr>
            <p:ph type="title"/>
          </p:nvPr>
        </p:nvSpPr>
        <p:spPr>
          <a:xfrm>
            <a:off x="4658425" y="445025"/>
            <a:ext cx="3770400" cy="11124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557" name="Google Shape;557;p15"/>
          <p:cNvGrpSpPr/>
          <p:nvPr/>
        </p:nvGrpSpPr>
        <p:grpSpPr>
          <a:xfrm flipH="1" rot="-1439793">
            <a:off x="8613604" y="4359700"/>
            <a:ext cx="961088" cy="280297"/>
            <a:chOff x="640" y="1594"/>
            <a:chExt cx="605" cy="177"/>
          </a:xfrm>
        </p:grpSpPr>
        <p:sp>
          <p:nvSpPr>
            <p:cNvPr id="558" name="Google Shape;558;p15"/>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559" name="Google Shape;559;p15"/>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560" name="Google Shape;560;p15"/>
          <p:cNvGrpSpPr/>
          <p:nvPr/>
        </p:nvGrpSpPr>
        <p:grpSpPr>
          <a:xfrm>
            <a:off x="-201682" y="-331731"/>
            <a:ext cx="9658850" cy="5663085"/>
            <a:chOff x="-201682" y="-331731"/>
            <a:chExt cx="9658850" cy="5663085"/>
          </a:xfrm>
        </p:grpSpPr>
        <p:grpSp>
          <p:nvGrpSpPr>
            <p:cNvPr id="561" name="Google Shape;561;p15"/>
            <p:cNvGrpSpPr/>
            <p:nvPr/>
          </p:nvGrpSpPr>
          <p:grpSpPr>
            <a:xfrm>
              <a:off x="-201682" y="-331731"/>
              <a:ext cx="1222740" cy="1186310"/>
              <a:chOff x="-201682" y="-331731"/>
              <a:chExt cx="1222740" cy="1186310"/>
            </a:xfrm>
          </p:grpSpPr>
          <p:grpSp>
            <p:nvGrpSpPr>
              <p:cNvPr id="562" name="Google Shape;562;p15"/>
              <p:cNvGrpSpPr/>
              <p:nvPr/>
            </p:nvGrpSpPr>
            <p:grpSpPr>
              <a:xfrm flipH="1">
                <a:off x="395203" y="-331731"/>
                <a:ext cx="625855" cy="646908"/>
                <a:chOff x="7138988" y="265113"/>
                <a:chExt cx="1746248" cy="1804989"/>
              </a:xfrm>
            </p:grpSpPr>
            <p:sp>
              <p:nvSpPr>
                <p:cNvPr id="563" name="Google Shape;563;p15"/>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4" name="Google Shape;564;p15"/>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65" name="Google Shape;565;p15"/>
              <p:cNvGrpSpPr/>
              <p:nvPr/>
            </p:nvGrpSpPr>
            <p:grpSpPr>
              <a:xfrm flipH="1">
                <a:off x="-201682" y="445027"/>
                <a:ext cx="396224" cy="409552"/>
                <a:chOff x="7138988" y="265113"/>
                <a:chExt cx="1746248" cy="1804989"/>
              </a:xfrm>
            </p:grpSpPr>
            <p:sp>
              <p:nvSpPr>
                <p:cNvPr id="566" name="Google Shape;566;p15"/>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67" name="Google Shape;567;p15"/>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568" name="Google Shape;568;p15"/>
            <p:cNvGrpSpPr/>
            <p:nvPr/>
          </p:nvGrpSpPr>
          <p:grpSpPr>
            <a:xfrm>
              <a:off x="7739042" y="2985344"/>
              <a:ext cx="1718126" cy="2346010"/>
              <a:chOff x="7739042" y="2985344"/>
              <a:chExt cx="1718126" cy="2346010"/>
            </a:xfrm>
          </p:grpSpPr>
          <p:grpSp>
            <p:nvGrpSpPr>
              <p:cNvPr id="569" name="Google Shape;569;p15"/>
              <p:cNvGrpSpPr/>
              <p:nvPr/>
            </p:nvGrpSpPr>
            <p:grpSpPr>
              <a:xfrm flipH="1">
                <a:off x="8831313" y="2985344"/>
                <a:ext cx="625855" cy="646908"/>
                <a:chOff x="7138988" y="265113"/>
                <a:chExt cx="1746248" cy="1804989"/>
              </a:xfrm>
            </p:grpSpPr>
            <p:sp>
              <p:nvSpPr>
                <p:cNvPr id="570" name="Google Shape;570;p15"/>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1" name="Google Shape;571;p15"/>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72" name="Google Shape;572;p15"/>
              <p:cNvGrpSpPr/>
              <p:nvPr/>
            </p:nvGrpSpPr>
            <p:grpSpPr>
              <a:xfrm flipH="1">
                <a:off x="7739042" y="4921802"/>
                <a:ext cx="396224" cy="409552"/>
                <a:chOff x="7138988" y="265113"/>
                <a:chExt cx="1746248" cy="1804989"/>
              </a:xfrm>
            </p:grpSpPr>
            <p:sp>
              <p:nvSpPr>
                <p:cNvPr id="573" name="Google Shape;573;p15"/>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4" name="Google Shape;574;p15"/>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575" name="Google Shape;575;p15"/>
          <p:cNvGrpSpPr/>
          <p:nvPr/>
        </p:nvGrpSpPr>
        <p:grpSpPr>
          <a:xfrm>
            <a:off x="-736048" y="-116930"/>
            <a:ext cx="9880059" cy="5267051"/>
            <a:chOff x="-736048" y="-116930"/>
            <a:chExt cx="9880059" cy="5267051"/>
          </a:xfrm>
        </p:grpSpPr>
        <p:grpSp>
          <p:nvGrpSpPr>
            <p:cNvPr id="576" name="Google Shape;576;p15"/>
            <p:cNvGrpSpPr/>
            <p:nvPr/>
          </p:nvGrpSpPr>
          <p:grpSpPr>
            <a:xfrm flipH="1">
              <a:off x="-736048" y="4932802"/>
              <a:ext cx="1464972" cy="217319"/>
              <a:chOff x="6424613" y="2481263"/>
              <a:chExt cx="2878137" cy="427038"/>
            </a:xfrm>
          </p:grpSpPr>
          <p:sp>
            <p:nvSpPr>
              <p:cNvPr id="577" name="Google Shape;577;p15"/>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8" name="Google Shape;578;p15"/>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79" name="Google Shape;579;p15"/>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0" name="Google Shape;580;p15"/>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1" name="Google Shape;581;p15"/>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2" name="Google Shape;582;p15"/>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3" name="Google Shape;583;p15"/>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4" name="Google Shape;584;p15"/>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5" name="Google Shape;585;p15"/>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6" name="Google Shape;586;p15"/>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587" name="Google Shape;587;p15"/>
            <p:cNvGrpSpPr/>
            <p:nvPr/>
          </p:nvGrpSpPr>
          <p:grpSpPr>
            <a:xfrm flipH="1">
              <a:off x="7679039" y="-116930"/>
              <a:ext cx="1464972" cy="217319"/>
              <a:chOff x="6424613" y="2481263"/>
              <a:chExt cx="2878137" cy="427038"/>
            </a:xfrm>
          </p:grpSpPr>
          <p:sp>
            <p:nvSpPr>
              <p:cNvPr id="588" name="Google Shape;588;p15"/>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89" name="Google Shape;589;p15"/>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0" name="Google Shape;590;p15"/>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1" name="Google Shape;591;p15"/>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2" name="Google Shape;592;p15"/>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3" name="Google Shape;593;p15"/>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4" name="Google Shape;594;p15"/>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5" name="Google Shape;595;p15"/>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6" name="Google Shape;596;p15"/>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597" name="Google Shape;597;p15"/>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TITLE_ONLY_1_1">
    <p:spTree>
      <p:nvGrpSpPr>
        <p:cNvPr id="598" name="Shape 598"/>
        <p:cNvGrpSpPr/>
        <p:nvPr/>
      </p:nvGrpSpPr>
      <p:grpSpPr>
        <a:xfrm>
          <a:off x="0" y="0"/>
          <a:ext cx="0" cy="0"/>
          <a:chOff x="0" y="0"/>
          <a:chExt cx="0" cy="0"/>
        </a:xfrm>
      </p:grpSpPr>
      <p:sp>
        <p:nvSpPr>
          <p:cNvPr id="599" name="Google Shape;599;p16"/>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600" name="Google Shape;600;p16"/>
          <p:cNvGrpSpPr/>
          <p:nvPr/>
        </p:nvGrpSpPr>
        <p:grpSpPr>
          <a:xfrm rot="1439793">
            <a:off x="-437825" y="4359700"/>
            <a:ext cx="961088" cy="280297"/>
            <a:chOff x="640" y="1594"/>
            <a:chExt cx="605" cy="177"/>
          </a:xfrm>
        </p:grpSpPr>
        <p:sp>
          <p:nvSpPr>
            <p:cNvPr id="601" name="Google Shape;601;p16"/>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02" name="Google Shape;602;p16"/>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03" name="Google Shape;603;p16"/>
          <p:cNvGrpSpPr/>
          <p:nvPr/>
        </p:nvGrpSpPr>
        <p:grpSpPr>
          <a:xfrm>
            <a:off x="-320300" y="-331717"/>
            <a:ext cx="9669864" cy="5663071"/>
            <a:chOff x="-320300" y="-331717"/>
            <a:chExt cx="9669864" cy="5663071"/>
          </a:xfrm>
        </p:grpSpPr>
        <p:grpSp>
          <p:nvGrpSpPr>
            <p:cNvPr id="604" name="Google Shape;604;p16"/>
            <p:cNvGrpSpPr/>
            <p:nvPr/>
          </p:nvGrpSpPr>
          <p:grpSpPr>
            <a:xfrm>
              <a:off x="8115809" y="-331717"/>
              <a:ext cx="625855" cy="646908"/>
              <a:chOff x="7138988" y="265113"/>
              <a:chExt cx="1746248" cy="1804989"/>
            </a:xfrm>
          </p:grpSpPr>
          <p:sp>
            <p:nvSpPr>
              <p:cNvPr id="605" name="Google Shape;605;p1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6" name="Google Shape;606;p1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07" name="Google Shape;607;p16"/>
            <p:cNvGrpSpPr/>
            <p:nvPr/>
          </p:nvGrpSpPr>
          <p:grpSpPr>
            <a:xfrm>
              <a:off x="8953340" y="526602"/>
              <a:ext cx="396224" cy="409552"/>
              <a:chOff x="7138988" y="265113"/>
              <a:chExt cx="1746248" cy="1804989"/>
            </a:xfrm>
          </p:grpSpPr>
          <p:sp>
            <p:nvSpPr>
              <p:cNvPr id="608" name="Google Shape;608;p1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09" name="Google Shape;609;p1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10" name="Google Shape;610;p16"/>
            <p:cNvGrpSpPr/>
            <p:nvPr/>
          </p:nvGrpSpPr>
          <p:grpSpPr>
            <a:xfrm>
              <a:off x="-320300" y="2985344"/>
              <a:ext cx="1718127" cy="2346010"/>
              <a:chOff x="-320300" y="2985344"/>
              <a:chExt cx="1718127" cy="2346010"/>
            </a:xfrm>
          </p:grpSpPr>
          <p:grpSp>
            <p:nvGrpSpPr>
              <p:cNvPr id="611" name="Google Shape;611;p16"/>
              <p:cNvGrpSpPr/>
              <p:nvPr/>
            </p:nvGrpSpPr>
            <p:grpSpPr>
              <a:xfrm>
                <a:off x="-320300" y="2985344"/>
                <a:ext cx="625855" cy="646908"/>
                <a:chOff x="7138988" y="265113"/>
                <a:chExt cx="1746248" cy="1804989"/>
              </a:xfrm>
            </p:grpSpPr>
            <p:sp>
              <p:nvSpPr>
                <p:cNvPr id="612" name="Google Shape;612;p1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3" name="Google Shape;613;p1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14" name="Google Shape;614;p16"/>
              <p:cNvGrpSpPr/>
              <p:nvPr/>
            </p:nvGrpSpPr>
            <p:grpSpPr>
              <a:xfrm>
                <a:off x="1001603" y="4921802"/>
                <a:ext cx="396224" cy="409552"/>
                <a:chOff x="7138988" y="265113"/>
                <a:chExt cx="1746248" cy="1804989"/>
              </a:xfrm>
            </p:grpSpPr>
            <p:sp>
              <p:nvSpPr>
                <p:cNvPr id="615" name="Google Shape;615;p1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16" name="Google Shape;616;p1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617" name="Google Shape;617;p16"/>
          <p:cNvGrpSpPr/>
          <p:nvPr/>
        </p:nvGrpSpPr>
        <p:grpSpPr>
          <a:xfrm>
            <a:off x="-17393" y="-116930"/>
            <a:ext cx="9901334" cy="5256038"/>
            <a:chOff x="-17393" y="-116930"/>
            <a:chExt cx="9901334" cy="5256038"/>
          </a:xfrm>
        </p:grpSpPr>
        <p:grpSp>
          <p:nvGrpSpPr>
            <p:cNvPr id="618" name="Google Shape;618;p16"/>
            <p:cNvGrpSpPr/>
            <p:nvPr/>
          </p:nvGrpSpPr>
          <p:grpSpPr>
            <a:xfrm>
              <a:off x="-17393" y="-116930"/>
              <a:ext cx="1464972" cy="217319"/>
              <a:chOff x="6424613" y="2481263"/>
              <a:chExt cx="2878137" cy="427038"/>
            </a:xfrm>
          </p:grpSpPr>
          <p:sp>
            <p:nvSpPr>
              <p:cNvPr id="619" name="Google Shape;619;p16"/>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0" name="Google Shape;620;p16"/>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1" name="Google Shape;621;p16"/>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2" name="Google Shape;622;p16"/>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3" name="Google Shape;623;p16"/>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4" name="Google Shape;624;p16"/>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5" name="Google Shape;625;p16"/>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6" name="Google Shape;626;p16"/>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7" name="Google Shape;627;p16"/>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28" name="Google Shape;628;p16"/>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29" name="Google Shape;629;p16"/>
            <p:cNvGrpSpPr/>
            <p:nvPr/>
          </p:nvGrpSpPr>
          <p:grpSpPr>
            <a:xfrm>
              <a:off x="8418969" y="4921789"/>
              <a:ext cx="1464972" cy="217319"/>
              <a:chOff x="6424613" y="2481263"/>
              <a:chExt cx="2878137" cy="427038"/>
            </a:xfrm>
          </p:grpSpPr>
          <p:sp>
            <p:nvSpPr>
              <p:cNvPr id="630" name="Google Shape;630;p16"/>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1" name="Google Shape;631;p16"/>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2" name="Google Shape;632;p16"/>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3" name="Google Shape;633;p16"/>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4" name="Google Shape;634;p16"/>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5" name="Google Shape;635;p16"/>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6" name="Google Shape;636;p16"/>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7" name="Google Shape;637;p16"/>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8" name="Google Shape;638;p16"/>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39" name="Google Shape;639;p16"/>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1">
    <p:spTree>
      <p:nvGrpSpPr>
        <p:cNvPr id="640" name="Shape 640"/>
        <p:cNvGrpSpPr/>
        <p:nvPr/>
      </p:nvGrpSpPr>
      <p:grpSpPr>
        <a:xfrm>
          <a:off x="0" y="0"/>
          <a:ext cx="0" cy="0"/>
          <a:chOff x="0" y="0"/>
          <a:chExt cx="0" cy="0"/>
        </a:xfrm>
      </p:grpSpPr>
      <p:sp>
        <p:nvSpPr>
          <p:cNvPr id="641" name="Google Shape;641;p17"/>
          <p:cNvSpPr/>
          <p:nvPr>
            <p:ph idx="2" type="pic"/>
          </p:nvPr>
        </p:nvSpPr>
        <p:spPr>
          <a:xfrm>
            <a:off x="-6100" y="-3200"/>
            <a:ext cx="3558000" cy="5143500"/>
          </a:xfrm>
          <a:prstGeom prst="rect">
            <a:avLst/>
          </a:prstGeom>
          <a:noFill/>
          <a:ln>
            <a:noFill/>
          </a:ln>
        </p:spPr>
      </p:sp>
      <p:sp>
        <p:nvSpPr>
          <p:cNvPr id="642" name="Google Shape;642;p17"/>
          <p:cNvSpPr/>
          <p:nvPr>
            <p:ph idx="3" type="pic"/>
          </p:nvPr>
        </p:nvSpPr>
        <p:spPr>
          <a:xfrm>
            <a:off x="3690375" y="2945200"/>
            <a:ext cx="2069100" cy="2195100"/>
          </a:xfrm>
          <a:prstGeom prst="rect">
            <a:avLst/>
          </a:prstGeom>
          <a:noFill/>
          <a:ln>
            <a:noFill/>
          </a:ln>
        </p:spPr>
      </p:sp>
      <p:sp>
        <p:nvSpPr>
          <p:cNvPr id="643" name="Google Shape;643;p17"/>
          <p:cNvSpPr/>
          <p:nvPr>
            <p:ph idx="4" type="pic"/>
          </p:nvPr>
        </p:nvSpPr>
        <p:spPr>
          <a:xfrm>
            <a:off x="3690375" y="-3200"/>
            <a:ext cx="2069100" cy="2810700"/>
          </a:xfrm>
          <a:prstGeom prst="rect">
            <a:avLst/>
          </a:prstGeom>
          <a:noFill/>
          <a:ln>
            <a:noFill/>
          </a:ln>
        </p:spPr>
      </p:sp>
      <p:grpSp>
        <p:nvGrpSpPr>
          <p:cNvPr id="644" name="Google Shape;644;p17"/>
          <p:cNvGrpSpPr/>
          <p:nvPr/>
        </p:nvGrpSpPr>
        <p:grpSpPr>
          <a:xfrm rot="1439793">
            <a:off x="8571575" y="3798000"/>
            <a:ext cx="961088" cy="280297"/>
            <a:chOff x="640" y="1594"/>
            <a:chExt cx="605" cy="177"/>
          </a:xfrm>
        </p:grpSpPr>
        <p:sp>
          <p:nvSpPr>
            <p:cNvPr id="645" name="Google Shape;645;p17"/>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646" name="Google Shape;646;p17"/>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647" name="Google Shape;647;p17"/>
          <p:cNvGrpSpPr/>
          <p:nvPr/>
        </p:nvGrpSpPr>
        <p:grpSpPr>
          <a:xfrm>
            <a:off x="8115809" y="-331731"/>
            <a:ext cx="1233755" cy="1186310"/>
            <a:chOff x="8115809" y="-331731"/>
            <a:chExt cx="1233755" cy="1186310"/>
          </a:xfrm>
        </p:grpSpPr>
        <p:grpSp>
          <p:nvGrpSpPr>
            <p:cNvPr id="648" name="Google Shape;648;p17"/>
            <p:cNvGrpSpPr/>
            <p:nvPr/>
          </p:nvGrpSpPr>
          <p:grpSpPr>
            <a:xfrm>
              <a:off x="8115809" y="-331731"/>
              <a:ext cx="625855" cy="646908"/>
              <a:chOff x="7138988" y="265113"/>
              <a:chExt cx="1746248" cy="1804989"/>
            </a:xfrm>
          </p:grpSpPr>
          <p:sp>
            <p:nvSpPr>
              <p:cNvPr id="649" name="Google Shape;649;p1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0" name="Google Shape;650;p1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51" name="Google Shape;651;p17"/>
            <p:cNvGrpSpPr/>
            <p:nvPr/>
          </p:nvGrpSpPr>
          <p:grpSpPr>
            <a:xfrm>
              <a:off x="8953340" y="445027"/>
              <a:ext cx="396224" cy="409552"/>
              <a:chOff x="7138988" y="265113"/>
              <a:chExt cx="1746248" cy="1804989"/>
            </a:xfrm>
          </p:grpSpPr>
          <p:sp>
            <p:nvSpPr>
              <p:cNvPr id="652" name="Google Shape;652;p1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3" name="Google Shape;653;p1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654" name="Google Shape;654;p17"/>
          <p:cNvGrpSpPr/>
          <p:nvPr/>
        </p:nvGrpSpPr>
        <p:grpSpPr>
          <a:xfrm>
            <a:off x="8418969" y="4926676"/>
            <a:ext cx="1464972" cy="217319"/>
            <a:chOff x="6424613" y="2481263"/>
            <a:chExt cx="2878137" cy="427038"/>
          </a:xfrm>
        </p:grpSpPr>
        <p:sp>
          <p:nvSpPr>
            <p:cNvPr id="655" name="Google Shape;655;p17"/>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6" name="Google Shape;656;p17"/>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7" name="Google Shape;657;p17"/>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8" name="Google Shape;658;p17"/>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59" name="Google Shape;659;p17"/>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0" name="Google Shape;660;p17"/>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1" name="Google Shape;661;p17"/>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2" name="Google Shape;662;p17"/>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3" name="Google Shape;663;p17"/>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64" name="Google Shape;664;p17"/>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665" name="Google Shape;665;p17"/>
          <p:cNvSpPr txBox="1"/>
          <p:nvPr>
            <p:ph idx="1" type="subTitle"/>
          </p:nvPr>
        </p:nvSpPr>
        <p:spPr>
          <a:xfrm>
            <a:off x="6145775" y="2307675"/>
            <a:ext cx="2265000" cy="6621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1600"/>
              <a:buNone/>
              <a:defRPr/>
            </a:lvl1pPr>
            <a:lvl2pPr lvl="1" algn="l">
              <a:lnSpc>
                <a:spcPct val="100000"/>
              </a:lnSpc>
              <a:spcBef>
                <a:spcPts val="0"/>
              </a:spcBef>
              <a:spcAft>
                <a:spcPts val="0"/>
              </a:spcAft>
              <a:buSzPts val="1600"/>
              <a:buNone/>
              <a:defRPr sz="1600"/>
            </a:lvl2pPr>
            <a:lvl3pPr lvl="2" algn="l">
              <a:lnSpc>
                <a:spcPct val="100000"/>
              </a:lnSpc>
              <a:spcBef>
                <a:spcPts val="0"/>
              </a:spcBef>
              <a:spcAft>
                <a:spcPts val="0"/>
              </a:spcAft>
              <a:buSzPts val="1600"/>
              <a:buNone/>
              <a:defRPr sz="1600"/>
            </a:lvl3pPr>
            <a:lvl4pPr lvl="3" algn="l">
              <a:lnSpc>
                <a:spcPct val="100000"/>
              </a:lnSpc>
              <a:spcBef>
                <a:spcPts val="0"/>
              </a:spcBef>
              <a:spcAft>
                <a:spcPts val="0"/>
              </a:spcAft>
              <a:buSzPts val="1600"/>
              <a:buNone/>
              <a:defRPr sz="1600"/>
            </a:lvl4pPr>
            <a:lvl5pPr lvl="4" algn="l">
              <a:lnSpc>
                <a:spcPct val="100000"/>
              </a:lnSpc>
              <a:spcBef>
                <a:spcPts val="0"/>
              </a:spcBef>
              <a:spcAft>
                <a:spcPts val="0"/>
              </a:spcAft>
              <a:buSzPts val="1600"/>
              <a:buNone/>
              <a:defRPr sz="1600"/>
            </a:lvl5pPr>
            <a:lvl6pPr lvl="5" algn="l">
              <a:lnSpc>
                <a:spcPct val="100000"/>
              </a:lnSpc>
              <a:spcBef>
                <a:spcPts val="0"/>
              </a:spcBef>
              <a:spcAft>
                <a:spcPts val="0"/>
              </a:spcAft>
              <a:buSzPts val="1600"/>
              <a:buNone/>
              <a:defRPr sz="1600"/>
            </a:lvl6pPr>
            <a:lvl7pPr lvl="6" algn="l">
              <a:lnSpc>
                <a:spcPct val="100000"/>
              </a:lnSpc>
              <a:spcBef>
                <a:spcPts val="0"/>
              </a:spcBef>
              <a:spcAft>
                <a:spcPts val="0"/>
              </a:spcAft>
              <a:buSzPts val="1600"/>
              <a:buNone/>
              <a:defRPr sz="1600"/>
            </a:lvl7pPr>
            <a:lvl8pPr lvl="7" algn="l">
              <a:lnSpc>
                <a:spcPct val="100000"/>
              </a:lnSpc>
              <a:spcBef>
                <a:spcPts val="0"/>
              </a:spcBef>
              <a:spcAft>
                <a:spcPts val="0"/>
              </a:spcAft>
              <a:buSzPts val="1600"/>
              <a:buNone/>
              <a:defRPr sz="1600"/>
            </a:lvl8pPr>
            <a:lvl9pPr lvl="8" algn="l">
              <a:lnSpc>
                <a:spcPct val="100000"/>
              </a:lnSpc>
              <a:spcBef>
                <a:spcPts val="0"/>
              </a:spcBef>
              <a:spcAft>
                <a:spcPts val="0"/>
              </a:spcAft>
              <a:buSzPts val="1600"/>
              <a:buNone/>
              <a:defRPr sz="1600"/>
            </a:lvl9pPr>
          </a:lstStyle>
          <a:p/>
        </p:txBody>
      </p:sp>
      <p:sp>
        <p:nvSpPr>
          <p:cNvPr id="666" name="Google Shape;666;p17"/>
          <p:cNvSpPr txBox="1"/>
          <p:nvPr>
            <p:ph type="title"/>
          </p:nvPr>
        </p:nvSpPr>
        <p:spPr>
          <a:xfrm>
            <a:off x="6145775" y="830175"/>
            <a:ext cx="2265000" cy="1410900"/>
          </a:xfrm>
          <a:prstGeom prst="rect">
            <a:avLst/>
          </a:prstGeom>
          <a:noFill/>
          <a:ln>
            <a:noFill/>
          </a:ln>
        </p:spPr>
        <p:txBody>
          <a:bodyPr anchorCtr="0" anchor="b" bIns="91425" lIns="91425" spcFirstLastPara="1" rIns="91425" wrap="square" tIns="91425">
            <a:noAutofit/>
          </a:bodyPr>
          <a:lstStyle>
            <a:lvl1pPr lvl="0" algn="r">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667" name="Shape 667"/>
        <p:cNvGrpSpPr/>
        <p:nvPr/>
      </p:nvGrpSpPr>
      <p:grpSpPr>
        <a:xfrm>
          <a:off x="0" y="0"/>
          <a:ext cx="0" cy="0"/>
          <a:chOff x="0" y="0"/>
          <a:chExt cx="0" cy="0"/>
        </a:xfrm>
      </p:grpSpPr>
      <p:sp>
        <p:nvSpPr>
          <p:cNvPr id="668" name="Google Shape;668;p18"/>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669" name="Google Shape;669;p18"/>
          <p:cNvSpPr txBox="1"/>
          <p:nvPr>
            <p:ph idx="1" type="subTitle"/>
          </p:nvPr>
        </p:nvSpPr>
        <p:spPr>
          <a:xfrm>
            <a:off x="720000" y="4029800"/>
            <a:ext cx="2642700" cy="52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670" name="Google Shape;670;p18"/>
          <p:cNvSpPr txBox="1"/>
          <p:nvPr>
            <p:ph idx="2" type="subTitle"/>
          </p:nvPr>
        </p:nvSpPr>
        <p:spPr>
          <a:xfrm>
            <a:off x="3250650" y="2260607"/>
            <a:ext cx="2642700" cy="52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671" name="Google Shape;671;p18"/>
          <p:cNvSpPr txBox="1"/>
          <p:nvPr>
            <p:ph idx="3" type="subTitle"/>
          </p:nvPr>
        </p:nvSpPr>
        <p:spPr>
          <a:xfrm>
            <a:off x="5781300" y="4029695"/>
            <a:ext cx="2642700" cy="5262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1"/>
              </a:buClr>
              <a:buSzPts val="2400"/>
              <a:buFont typeface="Raleway"/>
              <a:buNone/>
              <a:defRPr sz="1800">
                <a:solidFill>
                  <a:schemeClr val="dk1"/>
                </a:solidFill>
                <a:latin typeface="Wix Madefor Display ExtraBold"/>
                <a:ea typeface="Wix Madefor Display ExtraBold"/>
                <a:cs typeface="Wix Madefor Display ExtraBold"/>
                <a:sym typeface="Wix Madefor Display ExtraBold"/>
              </a:defRPr>
            </a:lvl1pPr>
            <a:lvl2pPr lvl="1"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2pPr>
            <a:lvl3pPr lvl="2"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3pPr>
            <a:lvl4pPr lvl="3"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4pPr>
            <a:lvl5pPr lvl="4"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5pPr>
            <a:lvl6pPr lvl="5"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6pPr>
            <a:lvl7pPr lvl="6"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7pPr>
            <a:lvl8pPr lvl="7"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8pPr>
            <a:lvl9pPr lvl="8" algn="l">
              <a:lnSpc>
                <a:spcPct val="100000"/>
              </a:lnSpc>
              <a:spcBef>
                <a:spcPts val="0"/>
              </a:spcBef>
              <a:spcAft>
                <a:spcPts val="0"/>
              </a:spcAft>
              <a:buClr>
                <a:schemeClr val="dk1"/>
              </a:buClr>
              <a:buSzPts val="2400"/>
              <a:buFont typeface="Raleway"/>
              <a:buNone/>
              <a:defRPr sz="2400">
                <a:solidFill>
                  <a:schemeClr val="dk1"/>
                </a:solidFill>
                <a:latin typeface="Raleway"/>
                <a:ea typeface="Raleway"/>
                <a:cs typeface="Raleway"/>
                <a:sym typeface="Raleway"/>
              </a:defRPr>
            </a:lvl9pPr>
          </a:lstStyle>
          <a:p/>
        </p:txBody>
      </p:sp>
      <p:sp>
        <p:nvSpPr>
          <p:cNvPr id="672" name="Google Shape;672;p18"/>
          <p:cNvSpPr txBox="1"/>
          <p:nvPr>
            <p:ph idx="4" type="subTitle"/>
          </p:nvPr>
        </p:nvSpPr>
        <p:spPr>
          <a:xfrm>
            <a:off x="720000" y="3038950"/>
            <a:ext cx="2642700" cy="1004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73" name="Google Shape;673;p18"/>
          <p:cNvSpPr txBox="1"/>
          <p:nvPr>
            <p:ph idx="5" type="subTitle"/>
          </p:nvPr>
        </p:nvSpPr>
        <p:spPr>
          <a:xfrm>
            <a:off x="3250650" y="1269863"/>
            <a:ext cx="2642700" cy="1004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sp>
        <p:nvSpPr>
          <p:cNvPr id="674" name="Google Shape;674;p18"/>
          <p:cNvSpPr txBox="1"/>
          <p:nvPr>
            <p:ph idx="6" type="subTitle"/>
          </p:nvPr>
        </p:nvSpPr>
        <p:spPr>
          <a:xfrm>
            <a:off x="5781300" y="3038950"/>
            <a:ext cx="2642700" cy="10044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4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675" name="Google Shape;675;p18"/>
          <p:cNvGrpSpPr/>
          <p:nvPr/>
        </p:nvGrpSpPr>
        <p:grpSpPr>
          <a:xfrm>
            <a:off x="-736059" y="-116930"/>
            <a:ext cx="9901334" cy="5256038"/>
            <a:chOff x="-17393" y="-116930"/>
            <a:chExt cx="9901334" cy="5256038"/>
          </a:xfrm>
        </p:grpSpPr>
        <p:grpSp>
          <p:nvGrpSpPr>
            <p:cNvPr id="676" name="Google Shape;676;p18"/>
            <p:cNvGrpSpPr/>
            <p:nvPr/>
          </p:nvGrpSpPr>
          <p:grpSpPr>
            <a:xfrm>
              <a:off x="-17393" y="-116930"/>
              <a:ext cx="1464972" cy="217319"/>
              <a:chOff x="6424613" y="2481263"/>
              <a:chExt cx="2878137" cy="427038"/>
            </a:xfrm>
          </p:grpSpPr>
          <p:sp>
            <p:nvSpPr>
              <p:cNvPr id="677" name="Google Shape;677;p18"/>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8" name="Google Shape;678;p18"/>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79" name="Google Shape;679;p18"/>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0" name="Google Shape;680;p18"/>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1" name="Google Shape;681;p18"/>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2" name="Google Shape;682;p18"/>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3" name="Google Shape;683;p18"/>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4" name="Google Shape;684;p18"/>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5" name="Google Shape;685;p18"/>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6" name="Google Shape;686;p18"/>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687" name="Google Shape;687;p18"/>
            <p:cNvGrpSpPr/>
            <p:nvPr/>
          </p:nvGrpSpPr>
          <p:grpSpPr>
            <a:xfrm>
              <a:off x="8418969" y="4921789"/>
              <a:ext cx="1464972" cy="217319"/>
              <a:chOff x="6424613" y="2481263"/>
              <a:chExt cx="2878137" cy="427038"/>
            </a:xfrm>
          </p:grpSpPr>
          <p:sp>
            <p:nvSpPr>
              <p:cNvPr id="688" name="Google Shape;688;p18"/>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89" name="Google Shape;689;p18"/>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0" name="Google Shape;690;p18"/>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1" name="Google Shape;691;p18"/>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2" name="Google Shape;692;p18"/>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3" name="Google Shape;693;p18"/>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4" name="Google Shape;694;p18"/>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5" name="Google Shape;695;p18"/>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6" name="Google Shape;696;p18"/>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697" name="Google Shape;697;p18"/>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698" name="Google Shape;698;p18"/>
          <p:cNvGrpSpPr/>
          <p:nvPr/>
        </p:nvGrpSpPr>
        <p:grpSpPr>
          <a:xfrm rot="1439793">
            <a:off x="-437825" y="4359700"/>
            <a:ext cx="961088" cy="280297"/>
            <a:chOff x="640" y="1594"/>
            <a:chExt cx="605" cy="177"/>
          </a:xfrm>
        </p:grpSpPr>
        <p:sp>
          <p:nvSpPr>
            <p:cNvPr id="699" name="Google Shape;699;p18"/>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00" name="Google Shape;700;p18"/>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01" name="Google Shape;701;p18"/>
          <p:cNvGrpSpPr/>
          <p:nvPr/>
        </p:nvGrpSpPr>
        <p:grpSpPr>
          <a:xfrm>
            <a:off x="-320300" y="-331731"/>
            <a:ext cx="9669864" cy="5663085"/>
            <a:chOff x="-320300" y="-331731"/>
            <a:chExt cx="9669864" cy="5663085"/>
          </a:xfrm>
        </p:grpSpPr>
        <p:grpSp>
          <p:nvGrpSpPr>
            <p:cNvPr id="702" name="Google Shape;702;p18"/>
            <p:cNvGrpSpPr/>
            <p:nvPr/>
          </p:nvGrpSpPr>
          <p:grpSpPr>
            <a:xfrm>
              <a:off x="8115809" y="-331731"/>
              <a:ext cx="625855" cy="646908"/>
              <a:chOff x="7138988" y="265113"/>
              <a:chExt cx="1746248" cy="1804989"/>
            </a:xfrm>
          </p:grpSpPr>
          <p:sp>
            <p:nvSpPr>
              <p:cNvPr id="703" name="Google Shape;703;p1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4" name="Google Shape;704;p1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05" name="Google Shape;705;p18"/>
            <p:cNvGrpSpPr/>
            <p:nvPr/>
          </p:nvGrpSpPr>
          <p:grpSpPr>
            <a:xfrm>
              <a:off x="8953340" y="445027"/>
              <a:ext cx="396224" cy="409552"/>
              <a:chOff x="7138988" y="265113"/>
              <a:chExt cx="1746248" cy="1804989"/>
            </a:xfrm>
          </p:grpSpPr>
          <p:sp>
            <p:nvSpPr>
              <p:cNvPr id="706" name="Google Shape;706;p1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07" name="Google Shape;707;p1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08" name="Google Shape;708;p18"/>
            <p:cNvGrpSpPr/>
            <p:nvPr/>
          </p:nvGrpSpPr>
          <p:grpSpPr>
            <a:xfrm>
              <a:off x="-320300" y="2985344"/>
              <a:ext cx="1718127" cy="2346010"/>
              <a:chOff x="-320300" y="2985344"/>
              <a:chExt cx="1718127" cy="2346010"/>
            </a:xfrm>
          </p:grpSpPr>
          <p:grpSp>
            <p:nvGrpSpPr>
              <p:cNvPr id="709" name="Google Shape;709;p18"/>
              <p:cNvGrpSpPr/>
              <p:nvPr/>
            </p:nvGrpSpPr>
            <p:grpSpPr>
              <a:xfrm>
                <a:off x="-320300" y="2985344"/>
                <a:ext cx="625855" cy="646908"/>
                <a:chOff x="7138988" y="265113"/>
                <a:chExt cx="1746248" cy="1804989"/>
              </a:xfrm>
            </p:grpSpPr>
            <p:sp>
              <p:nvSpPr>
                <p:cNvPr id="710" name="Google Shape;710;p1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1" name="Google Shape;711;p1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12" name="Google Shape;712;p18"/>
              <p:cNvGrpSpPr/>
              <p:nvPr/>
            </p:nvGrpSpPr>
            <p:grpSpPr>
              <a:xfrm>
                <a:off x="1001603" y="4921802"/>
                <a:ext cx="396224" cy="409552"/>
                <a:chOff x="7138988" y="265113"/>
                <a:chExt cx="1746248" cy="1804989"/>
              </a:xfrm>
            </p:grpSpPr>
            <p:sp>
              <p:nvSpPr>
                <p:cNvPr id="713" name="Google Shape;713;p1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14" name="Google Shape;714;p1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TITLE_ONLY_1_1_1">
    <p:spTree>
      <p:nvGrpSpPr>
        <p:cNvPr id="715" name="Shape 715"/>
        <p:cNvGrpSpPr/>
        <p:nvPr/>
      </p:nvGrpSpPr>
      <p:grpSpPr>
        <a:xfrm>
          <a:off x="0" y="0"/>
          <a:ext cx="0" cy="0"/>
          <a:chOff x="0" y="0"/>
          <a:chExt cx="0" cy="0"/>
        </a:xfrm>
      </p:grpSpPr>
      <p:sp>
        <p:nvSpPr>
          <p:cNvPr id="716" name="Google Shape;716;p19"/>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grpSp>
        <p:nvGrpSpPr>
          <p:cNvPr id="717" name="Google Shape;717;p19"/>
          <p:cNvGrpSpPr/>
          <p:nvPr/>
        </p:nvGrpSpPr>
        <p:grpSpPr>
          <a:xfrm rot="1439793">
            <a:off x="8626625" y="1039775"/>
            <a:ext cx="961088" cy="280297"/>
            <a:chOff x="640" y="1594"/>
            <a:chExt cx="605" cy="177"/>
          </a:xfrm>
        </p:grpSpPr>
        <p:sp>
          <p:nvSpPr>
            <p:cNvPr id="718" name="Google Shape;718;p19"/>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19" name="Google Shape;719;p19"/>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20" name="Google Shape;720;p19"/>
          <p:cNvGrpSpPr/>
          <p:nvPr/>
        </p:nvGrpSpPr>
        <p:grpSpPr>
          <a:xfrm>
            <a:off x="-320300" y="-211876"/>
            <a:ext cx="9669864" cy="5689756"/>
            <a:chOff x="-320300" y="-211876"/>
            <a:chExt cx="9669864" cy="5689756"/>
          </a:xfrm>
        </p:grpSpPr>
        <p:grpSp>
          <p:nvGrpSpPr>
            <p:cNvPr id="721" name="Google Shape;721;p19"/>
            <p:cNvGrpSpPr/>
            <p:nvPr/>
          </p:nvGrpSpPr>
          <p:grpSpPr>
            <a:xfrm>
              <a:off x="8115809" y="4198952"/>
              <a:ext cx="1233755" cy="1278928"/>
              <a:chOff x="8115809" y="4198952"/>
              <a:chExt cx="1233755" cy="1278928"/>
            </a:xfrm>
          </p:grpSpPr>
          <p:grpSp>
            <p:nvGrpSpPr>
              <p:cNvPr id="722" name="Google Shape;722;p19"/>
              <p:cNvGrpSpPr/>
              <p:nvPr/>
            </p:nvGrpSpPr>
            <p:grpSpPr>
              <a:xfrm>
                <a:off x="8115809" y="4830972"/>
                <a:ext cx="625855" cy="646908"/>
                <a:chOff x="7138988" y="265113"/>
                <a:chExt cx="1746248" cy="1804989"/>
              </a:xfrm>
            </p:grpSpPr>
            <p:sp>
              <p:nvSpPr>
                <p:cNvPr id="723" name="Google Shape;723;p1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4" name="Google Shape;724;p1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25" name="Google Shape;725;p19"/>
              <p:cNvGrpSpPr/>
              <p:nvPr/>
            </p:nvGrpSpPr>
            <p:grpSpPr>
              <a:xfrm>
                <a:off x="8953340" y="4198952"/>
                <a:ext cx="396224" cy="409552"/>
                <a:chOff x="7138988" y="265113"/>
                <a:chExt cx="1746248" cy="1804989"/>
              </a:xfrm>
            </p:grpSpPr>
            <p:sp>
              <p:nvSpPr>
                <p:cNvPr id="726" name="Google Shape;726;p1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27" name="Google Shape;727;p1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728" name="Google Shape;728;p19"/>
            <p:cNvGrpSpPr/>
            <p:nvPr/>
          </p:nvGrpSpPr>
          <p:grpSpPr>
            <a:xfrm>
              <a:off x="-320300" y="-211876"/>
              <a:ext cx="929564" cy="1715253"/>
              <a:chOff x="-320300" y="-211876"/>
              <a:chExt cx="929564" cy="1715253"/>
            </a:xfrm>
          </p:grpSpPr>
          <p:grpSp>
            <p:nvGrpSpPr>
              <p:cNvPr id="729" name="Google Shape;729;p19"/>
              <p:cNvGrpSpPr/>
              <p:nvPr/>
            </p:nvGrpSpPr>
            <p:grpSpPr>
              <a:xfrm>
                <a:off x="-320300" y="856469"/>
                <a:ext cx="625855" cy="646908"/>
                <a:chOff x="7138988" y="265113"/>
                <a:chExt cx="1746248" cy="1804989"/>
              </a:xfrm>
            </p:grpSpPr>
            <p:sp>
              <p:nvSpPr>
                <p:cNvPr id="730" name="Google Shape;730;p1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1" name="Google Shape;731;p1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32" name="Google Shape;732;p19"/>
              <p:cNvGrpSpPr/>
              <p:nvPr/>
            </p:nvGrpSpPr>
            <p:grpSpPr>
              <a:xfrm>
                <a:off x="213040" y="-211876"/>
                <a:ext cx="396224" cy="409552"/>
                <a:chOff x="7138988" y="265113"/>
                <a:chExt cx="1746248" cy="1804989"/>
              </a:xfrm>
            </p:grpSpPr>
            <p:sp>
              <p:nvSpPr>
                <p:cNvPr id="733" name="Google Shape;733;p19"/>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4" name="Google Shape;734;p19"/>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735" name="Google Shape;735;p19"/>
          <p:cNvGrpSpPr/>
          <p:nvPr/>
        </p:nvGrpSpPr>
        <p:grpSpPr>
          <a:xfrm>
            <a:off x="-739856" y="317689"/>
            <a:ext cx="10623797" cy="4919363"/>
            <a:chOff x="-739856" y="317689"/>
            <a:chExt cx="10623797" cy="4919363"/>
          </a:xfrm>
        </p:grpSpPr>
        <p:grpSp>
          <p:nvGrpSpPr>
            <p:cNvPr id="736" name="Google Shape;736;p19"/>
            <p:cNvGrpSpPr/>
            <p:nvPr/>
          </p:nvGrpSpPr>
          <p:grpSpPr>
            <a:xfrm>
              <a:off x="8418969" y="317689"/>
              <a:ext cx="1464972" cy="217319"/>
              <a:chOff x="6424613" y="2481263"/>
              <a:chExt cx="2878137" cy="427038"/>
            </a:xfrm>
          </p:grpSpPr>
          <p:sp>
            <p:nvSpPr>
              <p:cNvPr id="737" name="Google Shape;737;p19"/>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8" name="Google Shape;738;p19"/>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39" name="Google Shape;739;p19"/>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0" name="Google Shape;740;p19"/>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1" name="Google Shape;741;p19"/>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2" name="Google Shape;742;p19"/>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3" name="Google Shape;743;p19"/>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4" name="Google Shape;744;p19"/>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5" name="Google Shape;745;p19"/>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6" name="Google Shape;746;p19"/>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47" name="Google Shape;747;p19"/>
            <p:cNvGrpSpPr/>
            <p:nvPr/>
          </p:nvGrpSpPr>
          <p:grpSpPr>
            <a:xfrm>
              <a:off x="-739856" y="5019733"/>
              <a:ext cx="1464972" cy="217319"/>
              <a:chOff x="6424613" y="2481263"/>
              <a:chExt cx="2878137" cy="427038"/>
            </a:xfrm>
          </p:grpSpPr>
          <p:sp>
            <p:nvSpPr>
              <p:cNvPr id="748" name="Google Shape;748;p19"/>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49" name="Google Shape;749;p19"/>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0" name="Google Shape;750;p19"/>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1" name="Google Shape;751;p19"/>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2" name="Google Shape;752;p19"/>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3" name="Google Shape;753;p19"/>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4" name="Google Shape;754;p19"/>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5" name="Google Shape;755;p19"/>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6" name="Google Shape;756;p19"/>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57" name="Google Shape;757;p19"/>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758" name="Shape 758"/>
        <p:cNvGrpSpPr/>
        <p:nvPr/>
      </p:nvGrpSpPr>
      <p:grpSpPr>
        <a:xfrm>
          <a:off x="0" y="0"/>
          <a:ext cx="0" cy="0"/>
          <a:chOff x="0" y="0"/>
          <a:chExt cx="0" cy="0"/>
        </a:xfrm>
      </p:grpSpPr>
      <p:grpSp>
        <p:nvGrpSpPr>
          <p:cNvPr id="759" name="Google Shape;759;p20"/>
          <p:cNvGrpSpPr/>
          <p:nvPr/>
        </p:nvGrpSpPr>
        <p:grpSpPr>
          <a:xfrm>
            <a:off x="-17393" y="-11"/>
            <a:ext cx="3095009" cy="5144006"/>
            <a:chOff x="-17393" y="-11"/>
            <a:chExt cx="3095009" cy="5144006"/>
          </a:xfrm>
        </p:grpSpPr>
        <p:grpSp>
          <p:nvGrpSpPr>
            <p:cNvPr id="760" name="Google Shape;760;p20"/>
            <p:cNvGrpSpPr/>
            <p:nvPr/>
          </p:nvGrpSpPr>
          <p:grpSpPr>
            <a:xfrm>
              <a:off x="1612644" y="4926676"/>
              <a:ext cx="1464972" cy="217319"/>
              <a:chOff x="6424613" y="2481263"/>
              <a:chExt cx="2878137" cy="427038"/>
            </a:xfrm>
          </p:grpSpPr>
          <p:sp>
            <p:nvSpPr>
              <p:cNvPr id="761" name="Google Shape;761;p20"/>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2" name="Google Shape;762;p20"/>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3" name="Google Shape;763;p20"/>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4" name="Google Shape;764;p20"/>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5" name="Google Shape;765;p20"/>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6" name="Google Shape;766;p20"/>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7" name="Google Shape;767;p20"/>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8" name="Google Shape;768;p20"/>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69" name="Google Shape;769;p20"/>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0" name="Google Shape;770;p20"/>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71" name="Google Shape;771;p20"/>
            <p:cNvGrpSpPr/>
            <p:nvPr/>
          </p:nvGrpSpPr>
          <p:grpSpPr>
            <a:xfrm>
              <a:off x="-17393" y="-11"/>
              <a:ext cx="1464972" cy="217319"/>
              <a:chOff x="6424613" y="2481263"/>
              <a:chExt cx="2878137" cy="427038"/>
            </a:xfrm>
          </p:grpSpPr>
          <p:sp>
            <p:nvSpPr>
              <p:cNvPr id="772" name="Google Shape;772;p20"/>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3" name="Google Shape;773;p20"/>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4" name="Google Shape;774;p20"/>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5" name="Google Shape;775;p20"/>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6" name="Google Shape;776;p20"/>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7" name="Google Shape;777;p20"/>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8" name="Google Shape;778;p20"/>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79" name="Google Shape;779;p20"/>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0" name="Google Shape;780;p20"/>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81" name="Google Shape;781;p20"/>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782" name="Google Shape;782;p20"/>
          <p:cNvSpPr txBox="1"/>
          <p:nvPr>
            <p:ph type="ctrTitle"/>
          </p:nvPr>
        </p:nvSpPr>
        <p:spPr>
          <a:xfrm>
            <a:off x="715100" y="535000"/>
            <a:ext cx="3811500" cy="1056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5200"/>
              <a:buNone/>
              <a:defRPr sz="6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783" name="Google Shape;783;p20"/>
          <p:cNvSpPr txBox="1"/>
          <p:nvPr>
            <p:ph idx="1" type="subTitle"/>
          </p:nvPr>
        </p:nvSpPr>
        <p:spPr>
          <a:xfrm>
            <a:off x="715187" y="1471800"/>
            <a:ext cx="3811500" cy="1170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2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784" name="Google Shape;784;p20"/>
          <p:cNvSpPr txBox="1"/>
          <p:nvPr/>
        </p:nvSpPr>
        <p:spPr>
          <a:xfrm>
            <a:off x="715100" y="3563450"/>
            <a:ext cx="3348900" cy="6156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300"/>
              </a:spcBef>
              <a:spcAft>
                <a:spcPts val="0"/>
              </a:spcAft>
              <a:buClr>
                <a:srgbClr val="000000"/>
              </a:buClr>
              <a:buSzPts val="1000"/>
              <a:buFont typeface="Arial"/>
              <a:buNone/>
            </a:pPr>
            <a:r>
              <a:rPr b="0" i="0" lang="en" sz="1000" u="none" cap="none" strike="noStrike">
                <a:solidFill>
                  <a:schemeClr val="dk1"/>
                </a:solidFill>
                <a:latin typeface="Didact Gothic"/>
                <a:ea typeface="Didact Gothic"/>
                <a:cs typeface="Didact Gothic"/>
                <a:sym typeface="Didact Gothic"/>
              </a:rPr>
              <a:t>CREDITS: This presentation template was created by </a:t>
            </a:r>
            <a:r>
              <a:rPr b="1" i="0" lang="en" sz="1000" u="sng" cap="none" strike="noStrike">
                <a:solidFill>
                  <a:schemeClr val="hlink"/>
                </a:solidFill>
                <a:latin typeface="Didact Gothic"/>
                <a:ea typeface="Didact Gothic"/>
                <a:cs typeface="Didact Gothic"/>
                <a:sym typeface="Didact Gothic"/>
                <a:hlinkClick r:id="rId2"/>
              </a:rPr>
              <a:t>Slidesgo</a:t>
            </a:r>
            <a:r>
              <a:rPr b="0" i="0" lang="en" sz="1000" u="sng" cap="none" strike="noStrike">
                <a:solidFill>
                  <a:schemeClr val="dk1"/>
                </a:solidFill>
                <a:latin typeface="Didact Gothic"/>
                <a:ea typeface="Didact Gothic"/>
                <a:cs typeface="Didact Gothic"/>
                <a:sym typeface="Didact Gothic"/>
              </a:rPr>
              <a:t>,</a:t>
            </a:r>
            <a:r>
              <a:rPr b="0" i="0" lang="en" sz="1000" u="none" cap="none" strike="noStrike">
                <a:solidFill>
                  <a:schemeClr val="dk1"/>
                </a:solidFill>
                <a:latin typeface="Didact Gothic"/>
                <a:ea typeface="Didact Gothic"/>
                <a:cs typeface="Didact Gothic"/>
                <a:sym typeface="Didact Gothic"/>
              </a:rPr>
              <a:t> including icons by </a:t>
            </a:r>
            <a:r>
              <a:rPr b="1" i="0" lang="en" sz="1000" u="sng" cap="none" strike="noStrike">
                <a:solidFill>
                  <a:schemeClr val="hlink"/>
                </a:solidFill>
                <a:latin typeface="Didact Gothic"/>
                <a:ea typeface="Didact Gothic"/>
                <a:cs typeface="Didact Gothic"/>
                <a:sym typeface="Didact Gothic"/>
                <a:hlinkClick r:id="rId3"/>
              </a:rPr>
              <a:t>Flaticon</a:t>
            </a:r>
            <a:r>
              <a:rPr b="0" i="0" lang="en" sz="1000" u="sng" cap="none" strike="noStrike">
                <a:solidFill>
                  <a:schemeClr val="dk1"/>
                </a:solidFill>
                <a:latin typeface="Didact Gothic"/>
                <a:ea typeface="Didact Gothic"/>
                <a:cs typeface="Didact Gothic"/>
                <a:sym typeface="Didact Gothic"/>
              </a:rPr>
              <a:t>,</a:t>
            </a:r>
            <a:r>
              <a:rPr b="0" i="0" lang="en" sz="1000" u="none" cap="none" strike="noStrike">
                <a:solidFill>
                  <a:schemeClr val="dk1"/>
                </a:solidFill>
                <a:latin typeface="Didact Gothic"/>
                <a:ea typeface="Didact Gothic"/>
                <a:cs typeface="Didact Gothic"/>
                <a:sym typeface="Didact Gothic"/>
              </a:rPr>
              <a:t> and infographics &amp; images by </a:t>
            </a:r>
            <a:r>
              <a:rPr b="1" i="0" lang="en" sz="1000" u="sng" cap="none" strike="noStrike">
                <a:solidFill>
                  <a:schemeClr val="hlink"/>
                </a:solidFill>
                <a:latin typeface="Didact Gothic"/>
                <a:ea typeface="Didact Gothic"/>
                <a:cs typeface="Didact Gothic"/>
                <a:sym typeface="Didact Gothic"/>
                <a:hlinkClick r:id="rId4"/>
              </a:rPr>
              <a:t>Freepik</a:t>
            </a:r>
            <a:endParaRPr b="1" i="0" sz="1000" u="sng" cap="none" strike="noStrike">
              <a:solidFill>
                <a:schemeClr val="dk1"/>
              </a:solidFill>
              <a:latin typeface="Didact Gothic"/>
              <a:ea typeface="Didact Gothic"/>
              <a:cs typeface="Didact Gothic"/>
              <a:sym typeface="Didact Gothic"/>
            </a:endParaRPr>
          </a:p>
        </p:txBody>
      </p:sp>
      <p:grpSp>
        <p:nvGrpSpPr>
          <p:cNvPr id="785" name="Google Shape;785;p20"/>
          <p:cNvGrpSpPr/>
          <p:nvPr/>
        </p:nvGrpSpPr>
        <p:grpSpPr>
          <a:xfrm>
            <a:off x="4399548" y="-440397"/>
            <a:ext cx="4415658" cy="5837377"/>
            <a:chOff x="4399548" y="-440397"/>
            <a:chExt cx="4415658" cy="5837377"/>
          </a:xfrm>
        </p:grpSpPr>
        <p:grpSp>
          <p:nvGrpSpPr>
            <p:cNvPr id="786" name="Google Shape;786;p20"/>
            <p:cNvGrpSpPr/>
            <p:nvPr/>
          </p:nvGrpSpPr>
          <p:grpSpPr>
            <a:xfrm rot="8100000">
              <a:off x="4357900" y="-141650"/>
              <a:ext cx="961088" cy="280297"/>
              <a:chOff x="640" y="1594"/>
              <a:chExt cx="605" cy="177"/>
            </a:xfrm>
          </p:grpSpPr>
          <p:sp>
            <p:nvSpPr>
              <p:cNvPr id="787" name="Google Shape;787;p20"/>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88" name="Google Shape;788;p20"/>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789" name="Google Shape;789;p20"/>
            <p:cNvGrpSpPr/>
            <p:nvPr/>
          </p:nvGrpSpPr>
          <p:grpSpPr>
            <a:xfrm rot="-1800000">
              <a:off x="7848425" y="4895187"/>
              <a:ext cx="961088" cy="280297"/>
              <a:chOff x="640" y="1594"/>
              <a:chExt cx="605" cy="177"/>
            </a:xfrm>
          </p:grpSpPr>
          <p:sp>
            <p:nvSpPr>
              <p:cNvPr id="790" name="Google Shape;790;p20"/>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791" name="Google Shape;791;p20"/>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792" name="Google Shape;792;p20"/>
          <p:cNvGrpSpPr/>
          <p:nvPr/>
        </p:nvGrpSpPr>
        <p:grpSpPr>
          <a:xfrm>
            <a:off x="-188210" y="217302"/>
            <a:ext cx="9747464" cy="5350256"/>
            <a:chOff x="-188210" y="217302"/>
            <a:chExt cx="9747464" cy="5350256"/>
          </a:xfrm>
        </p:grpSpPr>
        <p:grpSp>
          <p:nvGrpSpPr>
            <p:cNvPr id="793" name="Google Shape;793;p20"/>
            <p:cNvGrpSpPr/>
            <p:nvPr/>
          </p:nvGrpSpPr>
          <p:grpSpPr>
            <a:xfrm>
              <a:off x="8725595" y="988262"/>
              <a:ext cx="833659" cy="861702"/>
              <a:chOff x="7138988" y="265113"/>
              <a:chExt cx="1746248" cy="1804989"/>
            </a:xfrm>
          </p:grpSpPr>
          <p:sp>
            <p:nvSpPr>
              <p:cNvPr id="794" name="Google Shape;794;p20"/>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5" name="Google Shape;795;p20"/>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96" name="Google Shape;796;p20"/>
            <p:cNvGrpSpPr/>
            <p:nvPr/>
          </p:nvGrpSpPr>
          <p:grpSpPr>
            <a:xfrm>
              <a:off x="8418965" y="217302"/>
              <a:ext cx="396224" cy="409552"/>
              <a:chOff x="7138988" y="265113"/>
              <a:chExt cx="1746248" cy="1804989"/>
            </a:xfrm>
          </p:grpSpPr>
          <p:sp>
            <p:nvSpPr>
              <p:cNvPr id="797" name="Google Shape;797;p20"/>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798" name="Google Shape;798;p20"/>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799" name="Google Shape;799;p20"/>
            <p:cNvGrpSpPr/>
            <p:nvPr/>
          </p:nvGrpSpPr>
          <p:grpSpPr>
            <a:xfrm>
              <a:off x="-188210" y="4098927"/>
              <a:ext cx="396224" cy="409552"/>
              <a:chOff x="7138988" y="265113"/>
              <a:chExt cx="1746248" cy="1804989"/>
            </a:xfrm>
          </p:grpSpPr>
          <p:sp>
            <p:nvSpPr>
              <p:cNvPr id="800" name="Google Shape;800;p20"/>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1" name="Google Shape;801;p20"/>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02" name="Google Shape;802;p20"/>
            <p:cNvGrpSpPr/>
            <p:nvPr/>
          </p:nvGrpSpPr>
          <p:grpSpPr>
            <a:xfrm>
              <a:off x="4155167" y="4705856"/>
              <a:ext cx="833659" cy="861702"/>
              <a:chOff x="7138988" y="265113"/>
              <a:chExt cx="1746248" cy="1804989"/>
            </a:xfrm>
          </p:grpSpPr>
          <p:sp>
            <p:nvSpPr>
              <p:cNvPr id="803" name="Google Shape;803;p20"/>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04" name="Google Shape;804;p20"/>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_1">
    <p:spTree>
      <p:nvGrpSpPr>
        <p:cNvPr id="805" name="Shape 805"/>
        <p:cNvGrpSpPr/>
        <p:nvPr/>
      </p:nvGrpSpPr>
      <p:grpSpPr>
        <a:xfrm>
          <a:off x="0" y="0"/>
          <a:ext cx="0" cy="0"/>
          <a:chOff x="0" y="0"/>
          <a:chExt cx="0" cy="0"/>
        </a:xfrm>
      </p:grpSpPr>
      <p:sp>
        <p:nvSpPr>
          <p:cNvPr id="806" name="Google Shape;806;p21"/>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07" name="Google Shape;807;p21"/>
          <p:cNvSpPr txBox="1"/>
          <p:nvPr>
            <p:ph idx="1" type="body"/>
          </p:nvPr>
        </p:nvSpPr>
        <p:spPr>
          <a:xfrm>
            <a:off x="720000" y="1152475"/>
            <a:ext cx="7704000" cy="11715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hlink"/>
              </a:buClr>
              <a:buSzPts val="1400"/>
              <a:buFont typeface="Anaheim"/>
              <a:buChar char="●"/>
              <a:defRPr/>
            </a:lvl1pPr>
            <a:lvl2pPr indent="-317500" lvl="1" marL="914400" algn="l">
              <a:lnSpc>
                <a:spcPct val="100000"/>
              </a:lnSpc>
              <a:spcBef>
                <a:spcPts val="0"/>
              </a:spcBef>
              <a:spcAft>
                <a:spcPts val="0"/>
              </a:spcAft>
              <a:buClr>
                <a:schemeClr val="hlink"/>
              </a:buClr>
              <a:buSzPts val="1400"/>
              <a:buFont typeface="Anaheim"/>
              <a:buChar char="○"/>
              <a:defRPr/>
            </a:lvl2pPr>
            <a:lvl3pPr indent="-317500" lvl="2" marL="1371600" algn="l">
              <a:lnSpc>
                <a:spcPct val="100000"/>
              </a:lnSpc>
              <a:spcBef>
                <a:spcPts val="0"/>
              </a:spcBef>
              <a:spcAft>
                <a:spcPts val="0"/>
              </a:spcAft>
              <a:buClr>
                <a:schemeClr val="hlink"/>
              </a:buClr>
              <a:buSzPts val="1400"/>
              <a:buFont typeface="Anaheim"/>
              <a:buChar char="■"/>
              <a:defRPr/>
            </a:lvl3pPr>
            <a:lvl4pPr indent="-317500" lvl="3" marL="1828800" algn="l">
              <a:lnSpc>
                <a:spcPct val="100000"/>
              </a:lnSpc>
              <a:spcBef>
                <a:spcPts val="0"/>
              </a:spcBef>
              <a:spcAft>
                <a:spcPts val="0"/>
              </a:spcAft>
              <a:buClr>
                <a:schemeClr val="hlink"/>
              </a:buClr>
              <a:buSzPts val="1400"/>
              <a:buFont typeface="Anaheim"/>
              <a:buChar char="●"/>
              <a:defRPr/>
            </a:lvl4pPr>
            <a:lvl5pPr indent="-317500" lvl="4" marL="2286000" algn="l">
              <a:lnSpc>
                <a:spcPct val="100000"/>
              </a:lnSpc>
              <a:spcBef>
                <a:spcPts val="0"/>
              </a:spcBef>
              <a:spcAft>
                <a:spcPts val="0"/>
              </a:spcAft>
              <a:buClr>
                <a:schemeClr val="hlink"/>
              </a:buClr>
              <a:buSzPts val="1400"/>
              <a:buFont typeface="Anaheim"/>
              <a:buChar char="○"/>
              <a:defRPr/>
            </a:lvl5pPr>
            <a:lvl6pPr indent="-317500" lvl="5" marL="2743200" algn="l">
              <a:lnSpc>
                <a:spcPct val="100000"/>
              </a:lnSpc>
              <a:spcBef>
                <a:spcPts val="0"/>
              </a:spcBef>
              <a:spcAft>
                <a:spcPts val="0"/>
              </a:spcAft>
              <a:buClr>
                <a:schemeClr val="hlink"/>
              </a:buClr>
              <a:buSzPts val="1400"/>
              <a:buFont typeface="Anaheim"/>
              <a:buChar char="■"/>
              <a:defRPr/>
            </a:lvl6pPr>
            <a:lvl7pPr indent="-317500" lvl="6" marL="3200400" algn="l">
              <a:lnSpc>
                <a:spcPct val="100000"/>
              </a:lnSpc>
              <a:spcBef>
                <a:spcPts val="0"/>
              </a:spcBef>
              <a:spcAft>
                <a:spcPts val="0"/>
              </a:spcAft>
              <a:buClr>
                <a:schemeClr val="hlink"/>
              </a:buClr>
              <a:buSzPts val="1400"/>
              <a:buFont typeface="Anaheim"/>
              <a:buChar char="●"/>
              <a:defRPr/>
            </a:lvl7pPr>
            <a:lvl8pPr indent="-317500" lvl="7" marL="3657600" algn="l">
              <a:lnSpc>
                <a:spcPct val="100000"/>
              </a:lnSpc>
              <a:spcBef>
                <a:spcPts val="0"/>
              </a:spcBef>
              <a:spcAft>
                <a:spcPts val="0"/>
              </a:spcAft>
              <a:buClr>
                <a:schemeClr val="hlink"/>
              </a:buClr>
              <a:buSzPts val="1400"/>
              <a:buFont typeface="Anaheim"/>
              <a:buChar char="○"/>
              <a:defRPr/>
            </a:lvl8pPr>
            <a:lvl9pPr indent="-317500" lvl="8" marL="4114800" algn="l">
              <a:lnSpc>
                <a:spcPct val="100000"/>
              </a:lnSpc>
              <a:spcBef>
                <a:spcPts val="0"/>
              </a:spcBef>
              <a:spcAft>
                <a:spcPts val="0"/>
              </a:spcAft>
              <a:buClr>
                <a:schemeClr val="hlink"/>
              </a:buClr>
              <a:buSzPts val="1400"/>
              <a:buFont typeface="Anaheim"/>
              <a:buChar char="■"/>
              <a:defRPr/>
            </a:lvl9pPr>
          </a:lstStyle>
          <a:p/>
        </p:txBody>
      </p:sp>
      <p:grpSp>
        <p:nvGrpSpPr>
          <p:cNvPr id="808" name="Google Shape;808;p21"/>
          <p:cNvGrpSpPr/>
          <p:nvPr/>
        </p:nvGrpSpPr>
        <p:grpSpPr>
          <a:xfrm rot="1439793">
            <a:off x="8626625" y="1039775"/>
            <a:ext cx="961088" cy="280297"/>
            <a:chOff x="640" y="1594"/>
            <a:chExt cx="605" cy="177"/>
          </a:xfrm>
        </p:grpSpPr>
        <p:sp>
          <p:nvSpPr>
            <p:cNvPr id="809" name="Google Shape;809;p21"/>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10" name="Google Shape;810;p21"/>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811" name="Google Shape;811;p21"/>
          <p:cNvGrpSpPr/>
          <p:nvPr/>
        </p:nvGrpSpPr>
        <p:grpSpPr>
          <a:xfrm>
            <a:off x="-320300" y="-211876"/>
            <a:ext cx="9669864" cy="5689756"/>
            <a:chOff x="-320300" y="-211876"/>
            <a:chExt cx="9669864" cy="5689756"/>
          </a:xfrm>
        </p:grpSpPr>
        <p:grpSp>
          <p:nvGrpSpPr>
            <p:cNvPr id="812" name="Google Shape;812;p21"/>
            <p:cNvGrpSpPr/>
            <p:nvPr/>
          </p:nvGrpSpPr>
          <p:grpSpPr>
            <a:xfrm>
              <a:off x="8115809" y="4198952"/>
              <a:ext cx="1233755" cy="1278928"/>
              <a:chOff x="8115809" y="4198952"/>
              <a:chExt cx="1233755" cy="1278928"/>
            </a:xfrm>
          </p:grpSpPr>
          <p:grpSp>
            <p:nvGrpSpPr>
              <p:cNvPr id="813" name="Google Shape;813;p21"/>
              <p:cNvGrpSpPr/>
              <p:nvPr/>
            </p:nvGrpSpPr>
            <p:grpSpPr>
              <a:xfrm>
                <a:off x="8115809" y="4830972"/>
                <a:ext cx="625855" cy="646908"/>
                <a:chOff x="7138988" y="265113"/>
                <a:chExt cx="1746248" cy="1804989"/>
              </a:xfrm>
            </p:grpSpPr>
            <p:sp>
              <p:nvSpPr>
                <p:cNvPr id="814" name="Google Shape;814;p2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5" name="Google Shape;815;p2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16" name="Google Shape;816;p21"/>
              <p:cNvGrpSpPr/>
              <p:nvPr/>
            </p:nvGrpSpPr>
            <p:grpSpPr>
              <a:xfrm>
                <a:off x="8953340" y="4198952"/>
                <a:ext cx="396224" cy="409552"/>
                <a:chOff x="7138988" y="265113"/>
                <a:chExt cx="1746248" cy="1804989"/>
              </a:xfrm>
            </p:grpSpPr>
            <p:sp>
              <p:nvSpPr>
                <p:cNvPr id="817" name="Google Shape;817;p2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18" name="Google Shape;818;p2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19" name="Google Shape;819;p21"/>
            <p:cNvGrpSpPr/>
            <p:nvPr/>
          </p:nvGrpSpPr>
          <p:grpSpPr>
            <a:xfrm>
              <a:off x="-320300" y="-211876"/>
              <a:ext cx="929564" cy="1715253"/>
              <a:chOff x="-320300" y="-211876"/>
              <a:chExt cx="929564" cy="1715253"/>
            </a:xfrm>
          </p:grpSpPr>
          <p:grpSp>
            <p:nvGrpSpPr>
              <p:cNvPr id="820" name="Google Shape;820;p21"/>
              <p:cNvGrpSpPr/>
              <p:nvPr/>
            </p:nvGrpSpPr>
            <p:grpSpPr>
              <a:xfrm>
                <a:off x="-320300" y="856469"/>
                <a:ext cx="625855" cy="646908"/>
                <a:chOff x="7138988" y="265113"/>
                <a:chExt cx="1746248" cy="1804989"/>
              </a:xfrm>
            </p:grpSpPr>
            <p:sp>
              <p:nvSpPr>
                <p:cNvPr id="821" name="Google Shape;821;p2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2" name="Google Shape;822;p2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23" name="Google Shape;823;p21"/>
              <p:cNvGrpSpPr/>
              <p:nvPr/>
            </p:nvGrpSpPr>
            <p:grpSpPr>
              <a:xfrm>
                <a:off x="213040" y="-211876"/>
                <a:ext cx="396224" cy="409552"/>
                <a:chOff x="7138988" y="265113"/>
                <a:chExt cx="1746248" cy="1804989"/>
              </a:xfrm>
            </p:grpSpPr>
            <p:sp>
              <p:nvSpPr>
                <p:cNvPr id="824" name="Google Shape;824;p21"/>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5" name="Google Shape;825;p21"/>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826" name="Google Shape;826;p21"/>
          <p:cNvGrpSpPr/>
          <p:nvPr/>
        </p:nvGrpSpPr>
        <p:grpSpPr>
          <a:xfrm>
            <a:off x="-739856" y="317689"/>
            <a:ext cx="10623797" cy="4919363"/>
            <a:chOff x="-739856" y="317689"/>
            <a:chExt cx="10623797" cy="4919363"/>
          </a:xfrm>
        </p:grpSpPr>
        <p:grpSp>
          <p:nvGrpSpPr>
            <p:cNvPr id="827" name="Google Shape;827;p21"/>
            <p:cNvGrpSpPr/>
            <p:nvPr/>
          </p:nvGrpSpPr>
          <p:grpSpPr>
            <a:xfrm>
              <a:off x="8418969" y="317689"/>
              <a:ext cx="1464972" cy="217319"/>
              <a:chOff x="6424613" y="2481263"/>
              <a:chExt cx="2878137" cy="427038"/>
            </a:xfrm>
          </p:grpSpPr>
          <p:sp>
            <p:nvSpPr>
              <p:cNvPr id="828" name="Google Shape;828;p21"/>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29" name="Google Shape;829;p21"/>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0" name="Google Shape;830;p21"/>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1" name="Google Shape;831;p21"/>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2" name="Google Shape;832;p21"/>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3" name="Google Shape;833;p21"/>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4" name="Google Shape;834;p21"/>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5" name="Google Shape;835;p21"/>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6" name="Google Shape;836;p21"/>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37" name="Google Shape;837;p21"/>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38" name="Google Shape;838;p21"/>
            <p:cNvGrpSpPr/>
            <p:nvPr/>
          </p:nvGrpSpPr>
          <p:grpSpPr>
            <a:xfrm>
              <a:off x="-739856" y="5019733"/>
              <a:ext cx="1464972" cy="217319"/>
              <a:chOff x="6424613" y="2481263"/>
              <a:chExt cx="2878137" cy="427038"/>
            </a:xfrm>
          </p:grpSpPr>
          <p:sp>
            <p:nvSpPr>
              <p:cNvPr id="839" name="Google Shape;839;p21"/>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0" name="Google Shape;840;p21"/>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1" name="Google Shape;841;p21"/>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2" name="Google Shape;842;p21"/>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3" name="Google Shape;843;p21"/>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4" name="Google Shape;844;p21"/>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5" name="Google Shape;845;p21"/>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6" name="Google Shape;846;p21"/>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7" name="Google Shape;847;p21"/>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48" name="Google Shape;848;p21"/>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1_1_1">
    <p:spTree>
      <p:nvGrpSpPr>
        <p:cNvPr id="849" name="Shape 849"/>
        <p:cNvGrpSpPr/>
        <p:nvPr/>
      </p:nvGrpSpPr>
      <p:grpSpPr>
        <a:xfrm>
          <a:off x="0" y="0"/>
          <a:ext cx="0" cy="0"/>
          <a:chOff x="0" y="0"/>
          <a:chExt cx="0" cy="0"/>
        </a:xfrm>
      </p:grpSpPr>
      <p:sp>
        <p:nvSpPr>
          <p:cNvPr id="850" name="Google Shape;850;p22"/>
          <p:cNvSpPr txBox="1"/>
          <p:nvPr>
            <p:ph type="title"/>
          </p:nvPr>
        </p:nvSpPr>
        <p:spPr>
          <a:xfrm>
            <a:off x="720000" y="445025"/>
            <a:ext cx="77040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p:txBody>
      </p:sp>
      <p:sp>
        <p:nvSpPr>
          <p:cNvPr id="851" name="Google Shape;851;p22"/>
          <p:cNvSpPr txBox="1"/>
          <p:nvPr>
            <p:ph idx="1" type="body"/>
          </p:nvPr>
        </p:nvSpPr>
        <p:spPr>
          <a:xfrm>
            <a:off x="720000" y="1152475"/>
            <a:ext cx="7704000" cy="3456000"/>
          </a:xfrm>
          <a:prstGeom prst="rect">
            <a:avLst/>
          </a:prstGeom>
          <a:noFill/>
          <a:ln>
            <a:noFill/>
          </a:ln>
        </p:spPr>
        <p:txBody>
          <a:bodyPr anchorCtr="0" anchor="t" bIns="91425" lIns="91425" spcFirstLastPara="1" rIns="91425" wrap="square" tIns="91425">
            <a:noAutofit/>
          </a:bodyPr>
          <a:lstStyle>
            <a:lvl1pPr indent="-317500" lvl="0" marL="457200" algn="l">
              <a:lnSpc>
                <a:spcPct val="100000"/>
              </a:lnSpc>
              <a:spcBef>
                <a:spcPts val="0"/>
              </a:spcBef>
              <a:spcAft>
                <a:spcPts val="0"/>
              </a:spcAft>
              <a:buClr>
                <a:schemeClr val="hlink"/>
              </a:buClr>
              <a:buSzPts val="1400"/>
              <a:buFont typeface="Anaheim"/>
              <a:buChar char="●"/>
              <a:defRPr/>
            </a:lvl1pPr>
            <a:lvl2pPr indent="-317500" lvl="1" marL="914400" algn="l">
              <a:lnSpc>
                <a:spcPct val="100000"/>
              </a:lnSpc>
              <a:spcBef>
                <a:spcPts val="0"/>
              </a:spcBef>
              <a:spcAft>
                <a:spcPts val="0"/>
              </a:spcAft>
              <a:buClr>
                <a:schemeClr val="hlink"/>
              </a:buClr>
              <a:buSzPts val="1400"/>
              <a:buFont typeface="Anaheim"/>
              <a:buChar char="○"/>
              <a:defRPr/>
            </a:lvl2pPr>
            <a:lvl3pPr indent="-317500" lvl="2" marL="1371600" algn="l">
              <a:lnSpc>
                <a:spcPct val="100000"/>
              </a:lnSpc>
              <a:spcBef>
                <a:spcPts val="0"/>
              </a:spcBef>
              <a:spcAft>
                <a:spcPts val="0"/>
              </a:spcAft>
              <a:buClr>
                <a:schemeClr val="hlink"/>
              </a:buClr>
              <a:buSzPts val="1400"/>
              <a:buFont typeface="Anaheim"/>
              <a:buChar char="■"/>
              <a:defRPr/>
            </a:lvl3pPr>
            <a:lvl4pPr indent="-317500" lvl="3" marL="1828800" algn="l">
              <a:lnSpc>
                <a:spcPct val="100000"/>
              </a:lnSpc>
              <a:spcBef>
                <a:spcPts val="0"/>
              </a:spcBef>
              <a:spcAft>
                <a:spcPts val="0"/>
              </a:spcAft>
              <a:buClr>
                <a:schemeClr val="hlink"/>
              </a:buClr>
              <a:buSzPts val="1400"/>
              <a:buFont typeface="Anaheim"/>
              <a:buChar char="●"/>
              <a:defRPr/>
            </a:lvl4pPr>
            <a:lvl5pPr indent="-317500" lvl="4" marL="2286000" algn="l">
              <a:lnSpc>
                <a:spcPct val="100000"/>
              </a:lnSpc>
              <a:spcBef>
                <a:spcPts val="0"/>
              </a:spcBef>
              <a:spcAft>
                <a:spcPts val="0"/>
              </a:spcAft>
              <a:buClr>
                <a:schemeClr val="hlink"/>
              </a:buClr>
              <a:buSzPts val="1400"/>
              <a:buFont typeface="Anaheim"/>
              <a:buChar char="○"/>
              <a:defRPr/>
            </a:lvl5pPr>
            <a:lvl6pPr indent="-317500" lvl="5" marL="2743200" algn="l">
              <a:lnSpc>
                <a:spcPct val="100000"/>
              </a:lnSpc>
              <a:spcBef>
                <a:spcPts val="0"/>
              </a:spcBef>
              <a:spcAft>
                <a:spcPts val="0"/>
              </a:spcAft>
              <a:buClr>
                <a:schemeClr val="hlink"/>
              </a:buClr>
              <a:buSzPts val="1400"/>
              <a:buFont typeface="Anaheim"/>
              <a:buChar char="■"/>
              <a:defRPr/>
            </a:lvl6pPr>
            <a:lvl7pPr indent="-317500" lvl="6" marL="3200400" algn="l">
              <a:lnSpc>
                <a:spcPct val="100000"/>
              </a:lnSpc>
              <a:spcBef>
                <a:spcPts val="0"/>
              </a:spcBef>
              <a:spcAft>
                <a:spcPts val="0"/>
              </a:spcAft>
              <a:buClr>
                <a:schemeClr val="hlink"/>
              </a:buClr>
              <a:buSzPts val="1400"/>
              <a:buFont typeface="Anaheim"/>
              <a:buChar char="●"/>
              <a:defRPr/>
            </a:lvl7pPr>
            <a:lvl8pPr indent="-317500" lvl="7" marL="3657600" algn="l">
              <a:lnSpc>
                <a:spcPct val="100000"/>
              </a:lnSpc>
              <a:spcBef>
                <a:spcPts val="0"/>
              </a:spcBef>
              <a:spcAft>
                <a:spcPts val="0"/>
              </a:spcAft>
              <a:buClr>
                <a:schemeClr val="hlink"/>
              </a:buClr>
              <a:buSzPts val="1400"/>
              <a:buFont typeface="Anaheim"/>
              <a:buChar char="○"/>
              <a:defRPr/>
            </a:lvl8pPr>
            <a:lvl9pPr indent="-317500" lvl="8" marL="4114800" algn="l">
              <a:lnSpc>
                <a:spcPct val="100000"/>
              </a:lnSpc>
              <a:spcBef>
                <a:spcPts val="0"/>
              </a:spcBef>
              <a:spcAft>
                <a:spcPts val="0"/>
              </a:spcAft>
              <a:buClr>
                <a:schemeClr val="hlink"/>
              </a:buClr>
              <a:buSzPts val="1400"/>
              <a:buFont typeface="Anaheim"/>
              <a:buChar char="■"/>
              <a:defRPr/>
            </a:lvl9pPr>
          </a:lstStyle>
          <a:p/>
        </p:txBody>
      </p:sp>
      <p:grpSp>
        <p:nvGrpSpPr>
          <p:cNvPr id="852" name="Google Shape;852;p22"/>
          <p:cNvGrpSpPr/>
          <p:nvPr/>
        </p:nvGrpSpPr>
        <p:grpSpPr>
          <a:xfrm flipH="1" rot="-1439793">
            <a:off x="8613604" y="4359700"/>
            <a:ext cx="961088" cy="280297"/>
            <a:chOff x="640" y="1594"/>
            <a:chExt cx="605" cy="177"/>
          </a:xfrm>
        </p:grpSpPr>
        <p:sp>
          <p:nvSpPr>
            <p:cNvPr id="853" name="Google Shape;853;p22"/>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854" name="Google Shape;854;p22"/>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855" name="Google Shape;855;p22"/>
          <p:cNvGrpSpPr/>
          <p:nvPr/>
        </p:nvGrpSpPr>
        <p:grpSpPr>
          <a:xfrm>
            <a:off x="-320300" y="1685719"/>
            <a:ext cx="9777468" cy="3645635"/>
            <a:chOff x="-320300" y="1685719"/>
            <a:chExt cx="9777468" cy="3645635"/>
          </a:xfrm>
        </p:grpSpPr>
        <p:grpSp>
          <p:nvGrpSpPr>
            <p:cNvPr id="856" name="Google Shape;856;p22"/>
            <p:cNvGrpSpPr/>
            <p:nvPr/>
          </p:nvGrpSpPr>
          <p:grpSpPr>
            <a:xfrm>
              <a:off x="-320300" y="1685719"/>
              <a:ext cx="859027" cy="1310685"/>
              <a:chOff x="-320300" y="1685719"/>
              <a:chExt cx="859027" cy="1310685"/>
            </a:xfrm>
          </p:grpSpPr>
          <p:grpSp>
            <p:nvGrpSpPr>
              <p:cNvPr id="857" name="Google Shape;857;p22"/>
              <p:cNvGrpSpPr/>
              <p:nvPr/>
            </p:nvGrpSpPr>
            <p:grpSpPr>
              <a:xfrm>
                <a:off x="-320300" y="1685719"/>
                <a:ext cx="625855" cy="646908"/>
                <a:chOff x="7138988" y="265113"/>
                <a:chExt cx="1746248" cy="1804989"/>
              </a:xfrm>
            </p:grpSpPr>
            <p:sp>
              <p:nvSpPr>
                <p:cNvPr id="858" name="Google Shape;858;p2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59" name="Google Shape;859;p2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60" name="Google Shape;860;p22"/>
              <p:cNvGrpSpPr/>
              <p:nvPr/>
            </p:nvGrpSpPr>
            <p:grpSpPr>
              <a:xfrm>
                <a:off x="142503" y="2586852"/>
                <a:ext cx="396224" cy="409552"/>
                <a:chOff x="7138988" y="265113"/>
                <a:chExt cx="1746248" cy="1804989"/>
              </a:xfrm>
            </p:grpSpPr>
            <p:sp>
              <p:nvSpPr>
                <p:cNvPr id="861" name="Google Shape;861;p2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2" name="Google Shape;862;p2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863" name="Google Shape;863;p22"/>
            <p:cNvGrpSpPr/>
            <p:nvPr/>
          </p:nvGrpSpPr>
          <p:grpSpPr>
            <a:xfrm>
              <a:off x="7739042" y="2985344"/>
              <a:ext cx="1718126" cy="2346010"/>
              <a:chOff x="7739042" y="2985344"/>
              <a:chExt cx="1718126" cy="2346010"/>
            </a:xfrm>
          </p:grpSpPr>
          <p:grpSp>
            <p:nvGrpSpPr>
              <p:cNvPr id="864" name="Google Shape;864;p22"/>
              <p:cNvGrpSpPr/>
              <p:nvPr/>
            </p:nvGrpSpPr>
            <p:grpSpPr>
              <a:xfrm flipH="1">
                <a:off x="8831313" y="2985344"/>
                <a:ext cx="625855" cy="646908"/>
                <a:chOff x="7138988" y="265113"/>
                <a:chExt cx="1746248" cy="1804989"/>
              </a:xfrm>
            </p:grpSpPr>
            <p:sp>
              <p:nvSpPr>
                <p:cNvPr id="865" name="Google Shape;865;p2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6" name="Google Shape;866;p2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67" name="Google Shape;867;p22"/>
              <p:cNvGrpSpPr/>
              <p:nvPr/>
            </p:nvGrpSpPr>
            <p:grpSpPr>
              <a:xfrm flipH="1">
                <a:off x="7739042" y="4921802"/>
                <a:ext cx="396224" cy="409552"/>
                <a:chOff x="7138988" y="265113"/>
                <a:chExt cx="1746248" cy="1804989"/>
              </a:xfrm>
            </p:grpSpPr>
            <p:sp>
              <p:nvSpPr>
                <p:cNvPr id="868" name="Google Shape;868;p22"/>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69" name="Google Shape;869;p22"/>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870" name="Google Shape;870;p22"/>
          <p:cNvGrpSpPr/>
          <p:nvPr/>
        </p:nvGrpSpPr>
        <p:grpSpPr>
          <a:xfrm>
            <a:off x="-736048" y="-116930"/>
            <a:ext cx="9880059" cy="5267051"/>
            <a:chOff x="-736048" y="-116930"/>
            <a:chExt cx="9880059" cy="5267051"/>
          </a:xfrm>
        </p:grpSpPr>
        <p:grpSp>
          <p:nvGrpSpPr>
            <p:cNvPr id="871" name="Google Shape;871;p22"/>
            <p:cNvGrpSpPr/>
            <p:nvPr/>
          </p:nvGrpSpPr>
          <p:grpSpPr>
            <a:xfrm flipH="1">
              <a:off x="-736048" y="4932802"/>
              <a:ext cx="1464972" cy="217319"/>
              <a:chOff x="6424613" y="2481263"/>
              <a:chExt cx="2878137" cy="427038"/>
            </a:xfrm>
          </p:grpSpPr>
          <p:sp>
            <p:nvSpPr>
              <p:cNvPr id="872" name="Google Shape;872;p22"/>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3" name="Google Shape;873;p22"/>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4" name="Google Shape;874;p22"/>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5" name="Google Shape;875;p22"/>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6" name="Google Shape;876;p22"/>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7" name="Google Shape;877;p22"/>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8" name="Google Shape;878;p22"/>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79" name="Google Shape;879;p22"/>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0" name="Google Shape;880;p22"/>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1" name="Google Shape;881;p22"/>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882" name="Google Shape;882;p22"/>
            <p:cNvGrpSpPr/>
            <p:nvPr/>
          </p:nvGrpSpPr>
          <p:grpSpPr>
            <a:xfrm flipH="1">
              <a:off x="7679039" y="-116930"/>
              <a:ext cx="1464972" cy="217319"/>
              <a:chOff x="6424613" y="2481263"/>
              <a:chExt cx="2878137" cy="427038"/>
            </a:xfrm>
          </p:grpSpPr>
          <p:sp>
            <p:nvSpPr>
              <p:cNvPr id="883" name="Google Shape;883;p22"/>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4" name="Google Shape;884;p22"/>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5" name="Google Shape;885;p22"/>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6" name="Google Shape;886;p22"/>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7" name="Google Shape;887;p22"/>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8" name="Google Shape;888;p22"/>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89" name="Google Shape;889;p22"/>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0" name="Google Shape;890;p22"/>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1" name="Google Shape;891;p22"/>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2" name="Google Shape;892;p22"/>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893" name="Shape 893"/>
        <p:cNvGrpSpPr/>
        <p:nvPr/>
      </p:nvGrpSpPr>
      <p:grpSpPr>
        <a:xfrm>
          <a:off x="0" y="0"/>
          <a:ext cx="0" cy="0"/>
          <a:chOff x="0" y="0"/>
          <a:chExt cx="0" cy="0"/>
        </a:xfrm>
      </p:grpSpPr>
      <p:sp>
        <p:nvSpPr>
          <p:cNvPr id="894" name="Google Shape;894;p23"/>
          <p:cNvSpPr txBox="1"/>
          <p:nvPr>
            <p:ph type="title"/>
          </p:nvPr>
        </p:nvSpPr>
        <p:spPr>
          <a:xfrm>
            <a:off x="1388100" y="1307100"/>
            <a:ext cx="6367800" cy="2529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p:txBody>
      </p:sp>
      <p:grpSp>
        <p:nvGrpSpPr>
          <p:cNvPr id="895" name="Google Shape;895;p23"/>
          <p:cNvGrpSpPr/>
          <p:nvPr/>
        </p:nvGrpSpPr>
        <p:grpSpPr>
          <a:xfrm flipH="1">
            <a:off x="-22639" y="-11"/>
            <a:ext cx="6333847" cy="5144006"/>
            <a:chOff x="2827544" y="-11"/>
            <a:chExt cx="6333847" cy="5144006"/>
          </a:xfrm>
        </p:grpSpPr>
        <p:grpSp>
          <p:nvGrpSpPr>
            <p:cNvPr id="896" name="Google Shape;896;p23"/>
            <p:cNvGrpSpPr/>
            <p:nvPr/>
          </p:nvGrpSpPr>
          <p:grpSpPr>
            <a:xfrm>
              <a:off x="2827544" y="4926676"/>
              <a:ext cx="1464972" cy="217319"/>
              <a:chOff x="6424613" y="2481263"/>
              <a:chExt cx="2878137" cy="427038"/>
            </a:xfrm>
          </p:grpSpPr>
          <p:sp>
            <p:nvSpPr>
              <p:cNvPr id="897" name="Google Shape;897;p23"/>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8" name="Google Shape;898;p23"/>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9" name="Google Shape;899;p23"/>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0" name="Google Shape;900;p23"/>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1" name="Google Shape;901;p23"/>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2" name="Google Shape;902;p23"/>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3" name="Google Shape;903;p23"/>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4" name="Google Shape;904;p23"/>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5" name="Google Shape;905;p23"/>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6" name="Google Shape;906;p23"/>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07" name="Google Shape;907;p23"/>
            <p:cNvGrpSpPr/>
            <p:nvPr/>
          </p:nvGrpSpPr>
          <p:grpSpPr>
            <a:xfrm>
              <a:off x="7696419" y="-11"/>
              <a:ext cx="1464972" cy="217319"/>
              <a:chOff x="6424613" y="2481263"/>
              <a:chExt cx="2878137" cy="427038"/>
            </a:xfrm>
          </p:grpSpPr>
          <p:sp>
            <p:nvSpPr>
              <p:cNvPr id="908" name="Google Shape;908;p23"/>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9" name="Google Shape;909;p23"/>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0" name="Google Shape;910;p23"/>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1" name="Google Shape;911;p23"/>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2" name="Google Shape;912;p23"/>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3" name="Google Shape;913;p23"/>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4" name="Google Shape;914;p23"/>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5" name="Google Shape;915;p23"/>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6" name="Google Shape;916;p23"/>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17" name="Google Shape;917;p23"/>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918" name="Google Shape;918;p23"/>
          <p:cNvGrpSpPr/>
          <p:nvPr/>
        </p:nvGrpSpPr>
        <p:grpSpPr>
          <a:xfrm flipH="1">
            <a:off x="2080088" y="-440397"/>
            <a:ext cx="7415158" cy="5837377"/>
            <a:chOff x="-356494" y="-440397"/>
            <a:chExt cx="7415158" cy="5837377"/>
          </a:xfrm>
        </p:grpSpPr>
        <p:grpSp>
          <p:nvGrpSpPr>
            <p:cNvPr id="919" name="Google Shape;919;p23"/>
            <p:cNvGrpSpPr/>
            <p:nvPr/>
          </p:nvGrpSpPr>
          <p:grpSpPr>
            <a:xfrm rot="8100000">
              <a:off x="6139225" y="-141650"/>
              <a:ext cx="961088" cy="280297"/>
              <a:chOff x="640" y="1594"/>
              <a:chExt cx="605" cy="177"/>
            </a:xfrm>
          </p:grpSpPr>
          <p:sp>
            <p:nvSpPr>
              <p:cNvPr id="920" name="Google Shape;920;p23"/>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1" name="Google Shape;921;p23"/>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922" name="Google Shape;922;p23"/>
            <p:cNvGrpSpPr/>
            <p:nvPr/>
          </p:nvGrpSpPr>
          <p:grpSpPr>
            <a:xfrm rot="-1800000">
              <a:off x="-350800" y="4895187"/>
              <a:ext cx="961088" cy="280297"/>
              <a:chOff x="640" y="1594"/>
              <a:chExt cx="605" cy="177"/>
            </a:xfrm>
          </p:grpSpPr>
          <p:sp>
            <p:nvSpPr>
              <p:cNvPr id="923" name="Google Shape;923;p23"/>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24" name="Google Shape;924;p23"/>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925" name="Google Shape;925;p23"/>
          <p:cNvGrpSpPr/>
          <p:nvPr/>
        </p:nvGrpSpPr>
        <p:grpSpPr>
          <a:xfrm flipH="1">
            <a:off x="-428647" y="330227"/>
            <a:ext cx="9996044" cy="4483052"/>
            <a:chOff x="-428646" y="330227"/>
            <a:chExt cx="9996044" cy="4483052"/>
          </a:xfrm>
        </p:grpSpPr>
        <p:grpSp>
          <p:nvGrpSpPr>
            <p:cNvPr id="926" name="Google Shape;926;p23"/>
            <p:cNvGrpSpPr/>
            <p:nvPr/>
          </p:nvGrpSpPr>
          <p:grpSpPr>
            <a:xfrm>
              <a:off x="-428646" y="330227"/>
              <a:ext cx="1539960" cy="961112"/>
              <a:chOff x="-428646" y="330227"/>
              <a:chExt cx="1539960" cy="961112"/>
            </a:xfrm>
          </p:grpSpPr>
          <p:grpSp>
            <p:nvGrpSpPr>
              <p:cNvPr id="927" name="Google Shape;927;p23"/>
              <p:cNvGrpSpPr/>
              <p:nvPr/>
            </p:nvGrpSpPr>
            <p:grpSpPr>
              <a:xfrm>
                <a:off x="-428646" y="429637"/>
                <a:ext cx="833659" cy="861702"/>
                <a:chOff x="7138988" y="265113"/>
                <a:chExt cx="1746248" cy="1804989"/>
              </a:xfrm>
            </p:grpSpPr>
            <p:sp>
              <p:nvSpPr>
                <p:cNvPr id="928" name="Google Shape;928;p2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29" name="Google Shape;929;p2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30" name="Google Shape;930;p23"/>
              <p:cNvGrpSpPr/>
              <p:nvPr/>
            </p:nvGrpSpPr>
            <p:grpSpPr>
              <a:xfrm>
                <a:off x="715090" y="330227"/>
                <a:ext cx="396224" cy="409552"/>
                <a:chOff x="7138988" y="265113"/>
                <a:chExt cx="1746248" cy="1804989"/>
              </a:xfrm>
            </p:grpSpPr>
            <p:sp>
              <p:nvSpPr>
                <p:cNvPr id="931" name="Google Shape;931;p2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2" name="Google Shape;932;p2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933" name="Google Shape;933;p23"/>
            <p:cNvGrpSpPr/>
            <p:nvPr/>
          </p:nvGrpSpPr>
          <p:grpSpPr>
            <a:xfrm>
              <a:off x="8733739" y="779381"/>
              <a:ext cx="833659" cy="4033898"/>
              <a:chOff x="8733739" y="779381"/>
              <a:chExt cx="833659" cy="4033898"/>
            </a:xfrm>
          </p:grpSpPr>
          <p:grpSp>
            <p:nvGrpSpPr>
              <p:cNvPr id="934" name="Google Shape;934;p23"/>
              <p:cNvGrpSpPr/>
              <p:nvPr/>
            </p:nvGrpSpPr>
            <p:grpSpPr>
              <a:xfrm>
                <a:off x="8952453" y="4403727"/>
                <a:ext cx="396224" cy="409552"/>
                <a:chOff x="7138988" y="265113"/>
                <a:chExt cx="1746248" cy="1804989"/>
              </a:xfrm>
            </p:grpSpPr>
            <p:sp>
              <p:nvSpPr>
                <p:cNvPr id="935" name="Google Shape;935;p2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6" name="Google Shape;936;p2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37" name="Google Shape;937;p23"/>
              <p:cNvGrpSpPr/>
              <p:nvPr/>
            </p:nvGrpSpPr>
            <p:grpSpPr>
              <a:xfrm>
                <a:off x="8733739" y="779381"/>
                <a:ext cx="833659" cy="861702"/>
                <a:chOff x="7138988" y="265113"/>
                <a:chExt cx="1746248" cy="1804989"/>
              </a:xfrm>
            </p:grpSpPr>
            <p:sp>
              <p:nvSpPr>
                <p:cNvPr id="938" name="Google Shape;938;p23"/>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39" name="Google Shape;939;p23"/>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940" name="Shape 940"/>
        <p:cNvGrpSpPr/>
        <p:nvPr/>
      </p:nvGrpSpPr>
      <p:grpSpPr>
        <a:xfrm>
          <a:off x="0" y="0"/>
          <a:ext cx="0" cy="0"/>
          <a:chOff x="0" y="0"/>
          <a:chExt cx="0" cy="0"/>
        </a:xfrm>
      </p:grpSpPr>
      <p:sp>
        <p:nvSpPr>
          <p:cNvPr id="941" name="Google Shape;941;p24"/>
          <p:cNvSpPr txBox="1"/>
          <p:nvPr>
            <p:ph type="title"/>
          </p:nvPr>
        </p:nvSpPr>
        <p:spPr>
          <a:xfrm>
            <a:off x="2241425" y="1764400"/>
            <a:ext cx="4661100" cy="8418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942" name="Google Shape;942;p24"/>
          <p:cNvSpPr txBox="1"/>
          <p:nvPr>
            <p:ph idx="1" type="subTitle"/>
          </p:nvPr>
        </p:nvSpPr>
        <p:spPr>
          <a:xfrm>
            <a:off x="2241475" y="2639900"/>
            <a:ext cx="4661100" cy="739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p:txBody>
      </p:sp>
      <p:grpSp>
        <p:nvGrpSpPr>
          <p:cNvPr id="943" name="Google Shape;943;p24"/>
          <p:cNvGrpSpPr/>
          <p:nvPr/>
        </p:nvGrpSpPr>
        <p:grpSpPr>
          <a:xfrm>
            <a:off x="2827544" y="-11"/>
            <a:ext cx="6333847" cy="5144006"/>
            <a:chOff x="2827544" y="-11"/>
            <a:chExt cx="6333847" cy="5144006"/>
          </a:xfrm>
        </p:grpSpPr>
        <p:grpSp>
          <p:nvGrpSpPr>
            <p:cNvPr id="944" name="Google Shape;944;p24"/>
            <p:cNvGrpSpPr/>
            <p:nvPr/>
          </p:nvGrpSpPr>
          <p:grpSpPr>
            <a:xfrm>
              <a:off x="2827544" y="4926676"/>
              <a:ext cx="1464972" cy="217319"/>
              <a:chOff x="6424613" y="2481263"/>
              <a:chExt cx="2878137" cy="427038"/>
            </a:xfrm>
          </p:grpSpPr>
          <p:sp>
            <p:nvSpPr>
              <p:cNvPr id="945" name="Google Shape;945;p24"/>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6" name="Google Shape;946;p24"/>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7" name="Google Shape;947;p24"/>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8" name="Google Shape;948;p24"/>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49" name="Google Shape;949;p24"/>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0" name="Google Shape;950;p24"/>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1" name="Google Shape;951;p24"/>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2" name="Google Shape;952;p24"/>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3" name="Google Shape;953;p24"/>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4" name="Google Shape;954;p24"/>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55" name="Google Shape;955;p24"/>
            <p:cNvGrpSpPr/>
            <p:nvPr/>
          </p:nvGrpSpPr>
          <p:grpSpPr>
            <a:xfrm>
              <a:off x="7696419" y="-11"/>
              <a:ext cx="1464972" cy="217319"/>
              <a:chOff x="6424613" y="2481263"/>
              <a:chExt cx="2878137" cy="427038"/>
            </a:xfrm>
          </p:grpSpPr>
          <p:sp>
            <p:nvSpPr>
              <p:cNvPr id="956" name="Google Shape;956;p24"/>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7" name="Google Shape;957;p24"/>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8" name="Google Shape;958;p24"/>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59" name="Google Shape;959;p24"/>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0" name="Google Shape;960;p24"/>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1" name="Google Shape;961;p24"/>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2" name="Google Shape;962;p24"/>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3" name="Google Shape;963;p24"/>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4" name="Google Shape;964;p24"/>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65" name="Google Shape;965;p24"/>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966" name="Google Shape;966;p24"/>
          <p:cNvGrpSpPr/>
          <p:nvPr/>
        </p:nvGrpSpPr>
        <p:grpSpPr>
          <a:xfrm>
            <a:off x="-356494" y="-440397"/>
            <a:ext cx="7415158" cy="5837377"/>
            <a:chOff x="-356494" y="-440397"/>
            <a:chExt cx="7415158" cy="5837377"/>
          </a:xfrm>
        </p:grpSpPr>
        <p:grpSp>
          <p:nvGrpSpPr>
            <p:cNvPr id="967" name="Google Shape;967;p24"/>
            <p:cNvGrpSpPr/>
            <p:nvPr/>
          </p:nvGrpSpPr>
          <p:grpSpPr>
            <a:xfrm rot="8100000">
              <a:off x="6139225" y="-141650"/>
              <a:ext cx="961088" cy="280297"/>
              <a:chOff x="640" y="1594"/>
              <a:chExt cx="605" cy="177"/>
            </a:xfrm>
          </p:grpSpPr>
          <p:sp>
            <p:nvSpPr>
              <p:cNvPr id="968" name="Google Shape;968;p24"/>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69" name="Google Shape;969;p24"/>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970" name="Google Shape;970;p24"/>
            <p:cNvGrpSpPr/>
            <p:nvPr/>
          </p:nvGrpSpPr>
          <p:grpSpPr>
            <a:xfrm rot="-1800000">
              <a:off x="-350800" y="4895187"/>
              <a:ext cx="961088" cy="280297"/>
              <a:chOff x="640" y="1594"/>
              <a:chExt cx="605" cy="177"/>
            </a:xfrm>
          </p:grpSpPr>
          <p:sp>
            <p:nvSpPr>
              <p:cNvPr id="971" name="Google Shape;971;p24"/>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972" name="Google Shape;972;p24"/>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973" name="Google Shape;973;p24"/>
          <p:cNvGrpSpPr/>
          <p:nvPr/>
        </p:nvGrpSpPr>
        <p:grpSpPr>
          <a:xfrm>
            <a:off x="-428646" y="330227"/>
            <a:ext cx="9996044" cy="4483052"/>
            <a:chOff x="-428646" y="330227"/>
            <a:chExt cx="9996044" cy="4483052"/>
          </a:xfrm>
        </p:grpSpPr>
        <p:grpSp>
          <p:nvGrpSpPr>
            <p:cNvPr id="974" name="Google Shape;974;p24"/>
            <p:cNvGrpSpPr/>
            <p:nvPr/>
          </p:nvGrpSpPr>
          <p:grpSpPr>
            <a:xfrm>
              <a:off x="-428646" y="330227"/>
              <a:ext cx="1539960" cy="961112"/>
              <a:chOff x="-428646" y="330227"/>
              <a:chExt cx="1539960" cy="961112"/>
            </a:xfrm>
          </p:grpSpPr>
          <p:grpSp>
            <p:nvGrpSpPr>
              <p:cNvPr id="975" name="Google Shape;975;p24"/>
              <p:cNvGrpSpPr/>
              <p:nvPr/>
            </p:nvGrpSpPr>
            <p:grpSpPr>
              <a:xfrm>
                <a:off x="-428646" y="429637"/>
                <a:ext cx="833659" cy="861702"/>
                <a:chOff x="7138988" y="265113"/>
                <a:chExt cx="1746248" cy="1804989"/>
              </a:xfrm>
            </p:grpSpPr>
            <p:sp>
              <p:nvSpPr>
                <p:cNvPr id="976" name="Google Shape;976;p2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77" name="Google Shape;977;p2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78" name="Google Shape;978;p24"/>
              <p:cNvGrpSpPr/>
              <p:nvPr/>
            </p:nvGrpSpPr>
            <p:grpSpPr>
              <a:xfrm>
                <a:off x="715090" y="330227"/>
                <a:ext cx="396224" cy="409552"/>
                <a:chOff x="7138988" y="265113"/>
                <a:chExt cx="1746248" cy="1804989"/>
              </a:xfrm>
            </p:grpSpPr>
            <p:sp>
              <p:nvSpPr>
                <p:cNvPr id="979" name="Google Shape;979;p2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0" name="Google Shape;980;p2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981" name="Google Shape;981;p24"/>
            <p:cNvGrpSpPr/>
            <p:nvPr/>
          </p:nvGrpSpPr>
          <p:grpSpPr>
            <a:xfrm>
              <a:off x="8733739" y="779381"/>
              <a:ext cx="833659" cy="4033898"/>
              <a:chOff x="8733739" y="779381"/>
              <a:chExt cx="833659" cy="4033898"/>
            </a:xfrm>
          </p:grpSpPr>
          <p:grpSp>
            <p:nvGrpSpPr>
              <p:cNvPr id="982" name="Google Shape;982;p24"/>
              <p:cNvGrpSpPr/>
              <p:nvPr/>
            </p:nvGrpSpPr>
            <p:grpSpPr>
              <a:xfrm>
                <a:off x="8952453" y="4403727"/>
                <a:ext cx="396224" cy="409552"/>
                <a:chOff x="7138988" y="265113"/>
                <a:chExt cx="1746248" cy="1804989"/>
              </a:xfrm>
            </p:grpSpPr>
            <p:sp>
              <p:nvSpPr>
                <p:cNvPr id="983" name="Google Shape;983;p2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4" name="Google Shape;984;p2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985" name="Google Shape;985;p24"/>
              <p:cNvGrpSpPr/>
              <p:nvPr/>
            </p:nvGrpSpPr>
            <p:grpSpPr>
              <a:xfrm>
                <a:off x="8733739" y="779381"/>
                <a:ext cx="833659" cy="861702"/>
                <a:chOff x="7138988" y="265113"/>
                <a:chExt cx="1746248" cy="1804989"/>
              </a:xfrm>
            </p:grpSpPr>
            <p:sp>
              <p:nvSpPr>
                <p:cNvPr id="986" name="Google Shape;986;p24"/>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7" name="Google Shape;987;p24"/>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988" name="Shape 988"/>
        <p:cNvGrpSpPr/>
        <p:nvPr/>
      </p:nvGrpSpPr>
      <p:grpSpPr>
        <a:xfrm>
          <a:off x="0" y="0"/>
          <a:ext cx="0" cy="0"/>
          <a:chOff x="0" y="0"/>
          <a:chExt cx="0" cy="0"/>
        </a:xfrm>
      </p:grpSpPr>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989" name="Shape 989"/>
        <p:cNvGrpSpPr/>
        <p:nvPr/>
      </p:nvGrpSpPr>
      <p:grpSpPr>
        <a:xfrm>
          <a:off x="0" y="0"/>
          <a:ext cx="0" cy="0"/>
          <a:chOff x="0" y="0"/>
          <a:chExt cx="0" cy="0"/>
        </a:xfrm>
      </p:grpSpPr>
      <p:grpSp>
        <p:nvGrpSpPr>
          <p:cNvPr id="990" name="Google Shape;990;p26"/>
          <p:cNvGrpSpPr/>
          <p:nvPr/>
        </p:nvGrpSpPr>
        <p:grpSpPr>
          <a:xfrm>
            <a:off x="-17393" y="-11"/>
            <a:ext cx="9901334" cy="5144006"/>
            <a:chOff x="-17393" y="-11"/>
            <a:chExt cx="9901334" cy="5144006"/>
          </a:xfrm>
        </p:grpSpPr>
        <p:grpSp>
          <p:nvGrpSpPr>
            <p:cNvPr id="991" name="Google Shape;991;p26"/>
            <p:cNvGrpSpPr/>
            <p:nvPr/>
          </p:nvGrpSpPr>
          <p:grpSpPr>
            <a:xfrm>
              <a:off x="8418969" y="4926676"/>
              <a:ext cx="1464972" cy="217319"/>
              <a:chOff x="6424613" y="2481263"/>
              <a:chExt cx="2878137" cy="427038"/>
            </a:xfrm>
          </p:grpSpPr>
          <p:sp>
            <p:nvSpPr>
              <p:cNvPr id="992" name="Google Shape;992;p26"/>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3" name="Google Shape;993;p26"/>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4" name="Google Shape;994;p26"/>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5" name="Google Shape;995;p26"/>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6" name="Google Shape;996;p26"/>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7" name="Google Shape;997;p26"/>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8" name="Google Shape;998;p26"/>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99" name="Google Shape;999;p26"/>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0" name="Google Shape;1000;p26"/>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1" name="Google Shape;1001;p26"/>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02" name="Google Shape;1002;p26"/>
            <p:cNvGrpSpPr/>
            <p:nvPr/>
          </p:nvGrpSpPr>
          <p:grpSpPr>
            <a:xfrm>
              <a:off x="-17393" y="-11"/>
              <a:ext cx="1464972" cy="217319"/>
              <a:chOff x="6424613" y="2481263"/>
              <a:chExt cx="2878137" cy="427038"/>
            </a:xfrm>
          </p:grpSpPr>
          <p:sp>
            <p:nvSpPr>
              <p:cNvPr id="1003" name="Google Shape;1003;p26"/>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4" name="Google Shape;1004;p26"/>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5" name="Google Shape;1005;p26"/>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6" name="Google Shape;1006;p26"/>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7" name="Google Shape;1007;p26"/>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8" name="Google Shape;1008;p26"/>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09" name="Google Shape;1009;p26"/>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0" name="Google Shape;1010;p26"/>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1" name="Google Shape;1011;p26"/>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2" name="Google Shape;1012;p26"/>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013" name="Google Shape;1013;p26"/>
          <p:cNvGrpSpPr/>
          <p:nvPr/>
        </p:nvGrpSpPr>
        <p:grpSpPr>
          <a:xfrm>
            <a:off x="-188210" y="429627"/>
            <a:ext cx="9537774" cy="4078852"/>
            <a:chOff x="-188210" y="429627"/>
            <a:chExt cx="9537774" cy="4078852"/>
          </a:xfrm>
        </p:grpSpPr>
        <p:grpSp>
          <p:nvGrpSpPr>
            <p:cNvPr id="1014" name="Google Shape;1014;p26"/>
            <p:cNvGrpSpPr/>
            <p:nvPr/>
          </p:nvGrpSpPr>
          <p:grpSpPr>
            <a:xfrm>
              <a:off x="8953340" y="429627"/>
              <a:ext cx="396224" cy="409552"/>
              <a:chOff x="7138988" y="265113"/>
              <a:chExt cx="1746248" cy="1804989"/>
            </a:xfrm>
          </p:grpSpPr>
          <p:sp>
            <p:nvSpPr>
              <p:cNvPr id="1015" name="Google Shape;1015;p2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6" name="Google Shape;1016;p2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17" name="Google Shape;1017;p26"/>
            <p:cNvGrpSpPr/>
            <p:nvPr/>
          </p:nvGrpSpPr>
          <p:grpSpPr>
            <a:xfrm>
              <a:off x="-188210" y="4098927"/>
              <a:ext cx="396224" cy="409552"/>
              <a:chOff x="7138988" y="265113"/>
              <a:chExt cx="1746248" cy="1804989"/>
            </a:xfrm>
          </p:grpSpPr>
          <p:sp>
            <p:nvSpPr>
              <p:cNvPr id="1018" name="Google Shape;1018;p2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19" name="Google Shape;1019;p2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020" name="Google Shape;1020;p26"/>
          <p:cNvGrpSpPr/>
          <p:nvPr/>
        </p:nvGrpSpPr>
        <p:grpSpPr>
          <a:xfrm>
            <a:off x="-356494" y="-440397"/>
            <a:ext cx="8100958" cy="5837377"/>
            <a:chOff x="-356494" y="-440397"/>
            <a:chExt cx="8100958" cy="5837377"/>
          </a:xfrm>
        </p:grpSpPr>
        <p:grpSp>
          <p:nvGrpSpPr>
            <p:cNvPr id="1021" name="Google Shape;1021;p26"/>
            <p:cNvGrpSpPr/>
            <p:nvPr/>
          </p:nvGrpSpPr>
          <p:grpSpPr>
            <a:xfrm rot="8100000">
              <a:off x="6825025" y="-141650"/>
              <a:ext cx="961088" cy="280297"/>
              <a:chOff x="640" y="1594"/>
              <a:chExt cx="605" cy="177"/>
            </a:xfrm>
          </p:grpSpPr>
          <p:sp>
            <p:nvSpPr>
              <p:cNvPr id="1022" name="Google Shape;1022;p26"/>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3" name="Google Shape;1023;p26"/>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24" name="Google Shape;1024;p26"/>
            <p:cNvGrpSpPr/>
            <p:nvPr/>
          </p:nvGrpSpPr>
          <p:grpSpPr>
            <a:xfrm rot="-1800000">
              <a:off x="-350800" y="4895187"/>
              <a:ext cx="961088" cy="280297"/>
              <a:chOff x="640" y="1594"/>
              <a:chExt cx="605" cy="177"/>
            </a:xfrm>
          </p:grpSpPr>
          <p:sp>
            <p:nvSpPr>
              <p:cNvPr id="1025" name="Google Shape;1025;p26"/>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26" name="Google Shape;1026;p26"/>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grpSp>
        <p:nvGrpSpPr>
          <p:cNvPr id="1027" name="Google Shape;1027;p26"/>
          <p:cNvGrpSpPr/>
          <p:nvPr/>
        </p:nvGrpSpPr>
        <p:grpSpPr>
          <a:xfrm>
            <a:off x="1157054" y="429637"/>
            <a:ext cx="7421072" cy="5137921"/>
            <a:chOff x="1157054" y="429637"/>
            <a:chExt cx="7421072" cy="5137921"/>
          </a:xfrm>
        </p:grpSpPr>
        <p:grpSp>
          <p:nvGrpSpPr>
            <p:cNvPr id="1028" name="Google Shape;1028;p26"/>
            <p:cNvGrpSpPr/>
            <p:nvPr/>
          </p:nvGrpSpPr>
          <p:grpSpPr>
            <a:xfrm>
              <a:off x="7744467" y="429637"/>
              <a:ext cx="833659" cy="861702"/>
              <a:chOff x="7138988" y="265113"/>
              <a:chExt cx="1746248" cy="1804989"/>
            </a:xfrm>
          </p:grpSpPr>
          <p:sp>
            <p:nvSpPr>
              <p:cNvPr id="1029" name="Google Shape;1029;p2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0" name="Google Shape;1030;p2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31" name="Google Shape;1031;p26"/>
            <p:cNvGrpSpPr/>
            <p:nvPr/>
          </p:nvGrpSpPr>
          <p:grpSpPr>
            <a:xfrm>
              <a:off x="1157054" y="4705856"/>
              <a:ext cx="833659" cy="861702"/>
              <a:chOff x="7138988" y="265113"/>
              <a:chExt cx="1746248" cy="1804989"/>
            </a:xfrm>
          </p:grpSpPr>
          <p:sp>
            <p:nvSpPr>
              <p:cNvPr id="1032" name="Google Shape;1032;p26"/>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33" name="Google Shape;1033;p26"/>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1034" name="Shape 1034"/>
        <p:cNvGrpSpPr/>
        <p:nvPr/>
      </p:nvGrpSpPr>
      <p:grpSpPr>
        <a:xfrm>
          <a:off x="0" y="0"/>
          <a:ext cx="0" cy="0"/>
          <a:chOff x="0" y="0"/>
          <a:chExt cx="0" cy="0"/>
        </a:xfrm>
      </p:grpSpPr>
      <p:grpSp>
        <p:nvGrpSpPr>
          <p:cNvPr id="1035" name="Google Shape;1035;p27"/>
          <p:cNvGrpSpPr/>
          <p:nvPr/>
        </p:nvGrpSpPr>
        <p:grpSpPr>
          <a:xfrm rot="1439793">
            <a:off x="-437825" y="118425"/>
            <a:ext cx="961088" cy="280297"/>
            <a:chOff x="640" y="1594"/>
            <a:chExt cx="605" cy="177"/>
          </a:xfrm>
        </p:grpSpPr>
        <p:sp>
          <p:nvSpPr>
            <p:cNvPr id="1036" name="Google Shape;1036;p27"/>
            <p:cNvSpPr/>
            <p:nvPr/>
          </p:nvSpPr>
          <p:spPr>
            <a:xfrm>
              <a:off x="640" y="1594"/>
              <a:ext cx="333" cy="177"/>
            </a:xfrm>
            <a:custGeom>
              <a:rect b="b" l="l" r="r" t="t"/>
              <a:pathLst>
                <a:path extrusionOk="0" h="474" w="894">
                  <a:moveTo>
                    <a:pt x="204" y="474"/>
                  </a:moveTo>
                  <a:cubicBezTo>
                    <a:pt x="0" y="351"/>
                    <a:pt x="0" y="351"/>
                    <a:pt x="0" y="351"/>
                  </a:cubicBezTo>
                  <a:cubicBezTo>
                    <a:pt x="1" y="338"/>
                    <a:pt x="1" y="338"/>
                    <a:pt x="1" y="338"/>
                  </a:cubicBezTo>
                  <a:cubicBezTo>
                    <a:pt x="177" y="341"/>
                    <a:pt x="177" y="341"/>
                    <a:pt x="177" y="341"/>
                  </a:cubicBezTo>
                  <a:cubicBezTo>
                    <a:pt x="235" y="342"/>
                    <a:pt x="283" y="296"/>
                    <a:pt x="284" y="238"/>
                  </a:cubicBezTo>
                  <a:cubicBezTo>
                    <a:pt x="285" y="181"/>
                    <a:pt x="239" y="133"/>
                    <a:pt x="181" y="131"/>
                  </a:cubicBezTo>
                  <a:cubicBezTo>
                    <a:pt x="5" y="128"/>
                    <a:pt x="5" y="128"/>
                    <a:pt x="5" y="128"/>
                  </a:cubicBezTo>
                  <a:cubicBezTo>
                    <a:pt x="5" y="114"/>
                    <a:pt x="5" y="114"/>
                    <a:pt x="5" y="114"/>
                  </a:cubicBezTo>
                  <a:cubicBezTo>
                    <a:pt x="213" y="0"/>
                    <a:pt x="213" y="0"/>
                    <a:pt x="213" y="0"/>
                  </a:cubicBezTo>
                  <a:cubicBezTo>
                    <a:pt x="416" y="122"/>
                    <a:pt x="416" y="122"/>
                    <a:pt x="416" y="122"/>
                  </a:cubicBezTo>
                  <a:cubicBezTo>
                    <a:pt x="415" y="170"/>
                    <a:pt x="415" y="170"/>
                    <a:pt x="415" y="170"/>
                  </a:cubicBezTo>
                  <a:cubicBezTo>
                    <a:pt x="894" y="170"/>
                    <a:pt x="894" y="170"/>
                    <a:pt x="894" y="170"/>
                  </a:cubicBezTo>
                  <a:cubicBezTo>
                    <a:pt x="894" y="304"/>
                    <a:pt x="894" y="304"/>
                    <a:pt x="894" y="304"/>
                  </a:cubicBezTo>
                  <a:cubicBezTo>
                    <a:pt x="413" y="304"/>
                    <a:pt x="413" y="304"/>
                    <a:pt x="413" y="304"/>
                  </a:cubicBezTo>
                  <a:cubicBezTo>
                    <a:pt x="411" y="360"/>
                    <a:pt x="411" y="360"/>
                    <a:pt x="411" y="360"/>
                  </a:cubicBezTo>
                  <a:lnTo>
                    <a:pt x="204" y="474"/>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sp>
          <p:nvSpPr>
            <p:cNvPr id="1037" name="Google Shape;1037;p27"/>
            <p:cNvSpPr/>
            <p:nvPr/>
          </p:nvSpPr>
          <p:spPr>
            <a:xfrm>
              <a:off x="915" y="1594"/>
              <a:ext cx="330" cy="177"/>
            </a:xfrm>
            <a:custGeom>
              <a:rect b="b" l="l" r="r" t="t"/>
              <a:pathLst>
                <a:path extrusionOk="0" h="474" w="893">
                  <a:moveTo>
                    <a:pt x="690" y="0"/>
                  </a:moveTo>
                  <a:cubicBezTo>
                    <a:pt x="893" y="122"/>
                    <a:pt x="893" y="122"/>
                    <a:pt x="893" y="122"/>
                  </a:cubicBezTo>
                  <a:cubicBezTo>
                    <a:pt x="893" y="136"/>
                    <a:pt x="893" y="136"/>
                    <a:pt x="893" y="136"/>
                  </a:cubicBezTo>
                  <a:cubicBezTo>
                    <a:pt x="717" y="133"/>
                    <a:pt x="717" y="133"/>
                    <a:pt x="717" y="133"/>
                  </a:cubicBezTo>
                  <a:cubicBezTo>
                    <a:pt x="659" y="132"/>
                    <a:pt x="611" y="178"/>
                    <a:pt x="610" y="235"/>
                  </a:cubicBezTo>
                  <a:cubicBezTo>
                    <a:pt x="609" y="293"/>
                    <a:pt x="655" y="341"/>
                    <a:pt x="713" y="342"/>
                  </a:cubicBezTo>
                  <a:cubicBezTo>
                    <a:pt x="889" y="346"/>
                    <a:pt x="889" y="346"/>
                    <a:pt x="889" y="346"/>
                  </a:cubicBezTo>
                  <a:cubicBezTo>
                    <a:pt x="889" y="360"/>
                    <a:pt x="889" y="360"/>
                    <a:pt x="889" y="360"/>
                  </a:cubicBezTo>
                  <a:cubicBezTo>
                    <a:pt x="681" y="474"/>
                    <a:pt x="681" y="474"/>
                    <a:pt x="681" y="474"/>
                  </a:cubicBezTo>
                  <a:cubicBezTo>
                    <a:pt x="478" y="351"/>
                    <a:pt x="478" y="351"/>
                    <a:pt x="478" y="351"/>
                  </a:cubicBezTo>
                  <a:cubicBezTo>
                    <a:pt x="479" y="304"/>
                    <a:pt x="479" y="304"/>
                    <a:pt x="479" y="304"/>
                  </a:cubicBezTo>
                  <a:cubicBezTo>
                    <a:pt x="0" y="304"/>
                    <a:pt x="0" y="304"/>
                    <a:pt x="0" y="304"/>
                  </a:cubicBezTo>
                  <a:cubicBezTo>
                    <a:pt x="0" y="170"/>
                    <a:pt x="0" y="170"/>
                    <a:pt x="0" y="170"/>
                  </a:cubicBezTo>
                  <a:cubicBezTo>
                    <a:pt x="481" y="170"/>
                    <a:pt x="481" y="170"/>
                    <a:pt x="481" y="170"/>
                  </a:cubicBezTo>
                  <a:cubicBezTo>
                    <a:pt x="482" y="114"/>
                    <a:pt x="482" y="114"/>
                    <a:pt x="482" y="114"/>
                  </a:cubicBezTo>
                  <a:lnTo>
                    <a:pt x="69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Arial"/>
                <a:ea typeface="Arial"/>
                <a:cs typeface="Arial"/>
                <a:sym typeface="Arial"/>
              </a:endParaRPr>
            </a:p>
          </p:txBody>
        </p:sp>
      </p:grpSp>
      <p:grpSp>
        <p:nvGrpSpPr>
          <p:cNvPr id="1038" name="Google Shape;1038;p27"/>
          <p:cNvGrpSpPr/>
          <p:nvPr/>
        </p:nvGrpSpPr>
        <p:grpSpPr>
          <a:xfrm>
            <a:off x="-320300" y="1685719"/>
            <a:ext cx="9669864" cy="3246208"/>
            <a:chOff x="-320300" y="1685719"/>
            <a:chExt cx="9669864" cy="3246208"/>
          </a:xfrm>
        </p:grpSpPr>
        <p:grpSp>
          <p:nvGrpSpPr>
            <p:cNvPr id="1039" name="Google Shape;1039;p27"/>
            <p:cNvGrpSpPr/>
            <p:nvPr/>
          </p:nvGrpSpPr>
          <p:grpSpPr>
            <a:xfrm>
              <a:off x="8115809" y="3875477"/>
              <a:ext cx="1233755" cy="1056450"/>
              <a:chOff x="8115809" y="3875477"/>
              <a:chExt cx="1233755" cy="1056450"/>
            </a:xfrm>
          </p:grpSpPr>
          <p:grpSp>
            <p:nvGrpSpPr>
              <p:cNvPr id="1040" name="Google Shape;1040;p27"/>
              <p:cNvGrpSpPr/>
              <p:nvPr/>
            </p:nvGrpSpPr>
            <p:grpSpPr>
              <a:xfrm>
                <a:off x="8115809" y="4285019"/>
                <a:ext cx="625855" cy="646908"/>
                <a:chOff x="7138988" y="265113"/>
                <a:chExt cx="1746248" cy="1804989"/>
              </a:xfrm>
            </p:grpSpPr>
            <p:sp>
              <p:nvSpPr>
                <p:cNvPr id="1041" name="Google Shape;1041;p2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2" name="Google Shape;1042;p2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43" name="Google Shape;1043;p27"/>
              <p:cNvGrpSpPr/>
              <p:nvPr/>
            </p:nvGrpSpPr>
            <p:grpSpPr>
              <a:xfrm>
                <a:off x="8953340" y="3875477"/>
                <a:ext cx="396224" cy="409552"/>
                <a:chOff x="7138988" y="265113"/>
                <a:chExt cx="1746248" cy="1804989"/>
              </a:xfrm>
            </p:grpSpPr>
            <p:sp>
              <p:nvSpPr>
                <p:cNvPr id="1044" name="Google Shape;1044;p2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5" name="Google Shape;1045;p2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046" name="Google Shape;1046;p27"/>
            <p:cNvGrpSpPr/>
            <p:nvPr/>
          </p:nvGrpSpPr>
          <p:grpSpPr>
            <a:xfrm>
              <a:off x="-320300" y="1685719"/>
              <a:ext cx="859027" cy="1310685"/>
              <a:chOff x="-320300" y="1685719"/>
              <a:chExt cx="859027" cy="1310685"/>
            </a:xfrm>
          </p:grpSpPr>
          <p:grpSp>
            <p:nvGrpSpPr>
              <p:cNvPr id="1047" name="Google Shape;1047;p27"/>
              <p:cNvGrpSpPr/>
              <p:nvPr/>
            </p:nvGrpSpPr>
            <p:grpSpPr>
              <a:xfrm>
                <a:off x="-320300" y="1685719"/>
                <a:ext cx="625855" cy="646908"/>
                <a:chOff x="7138988" y="265113"/>
                <a:chExt cx="1746248" cy="1804989"/>
              </a:xfrm>
            </p:grpSpPr>
            <p:sp>
              <p:nvSpPr>
                <p:cNvPr id="1048" name="Google Shape;1048;p2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49" name="Google Shape;1049;p2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50" name="Google Shape;1050;p27"/>
              <p:cNvGrpSpPr/>
              <p:nvPr/>
            </p:nvGrpSpPr>
            <p:grpSpPr>
              <a:xfrm>
                <a:off x="142503" y="2586852"/>
                <a:ext cx="396224" cy="409552"/>
                <a:chOff x="7138988" y="265113"/>
                <a:chExt cx="1746248" cy="1804989"/>
              </a:xfrm>
            </p:grpSpPr>
            <p:sp>
              <p:nvSpPr>
                <p:cNvPr id="1051" name="Google Shape;1051;p27"/>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2" name="Google Shape;1052;p27"/>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grpSp>
        <p:nvGrpSpPr>
          <p:cNvPr id="1053" name="Google Shape;1053;p27"/>
          <p:cNvGrpSpPr/>
          <p:nvPr/>
        </p:nvGrpSpPr>
        <p:grpSpPr>
          <a:xfrm>
            <a:off x="719994" y="317689"/>
            <a:ext cx="9163947" cy="4919363"/>
            <a:chOff x="719994" y="317689"/>
            <a:chExt cx="9163947" cy="4919363"/>
          </a:xfrm>
        </p:grpSpPr>
        <p:grpSp>
          <p:nvGrpSpPr>
            <p:cNvPr id="1054" name="Google Shape;1054;p27"/>
            <p:cNvGrpSpPr/>
            <p:nvPr/>
          </p:nvGrpSpPr>
          <p:grpSpPr>
            <a:xfrm>
              <a:off x="8418969" y="317689"/>
              <a:ext cx="1464972" cy="217319"/>
              <a:chOff x="6424613" y="2481263"/>
              <a:chExt cx="2878137" cy="427038"/>
            </a:xfrm>
          </p:grpSpPr>
          <p:sp>
            <p:nvSpPr>
              <p:cNvPr id="1055" name="Google Shape;1055;p27"/>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6" name="Google Shape;1056;p27"/>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7" name="Google Shape;1057;p27"/>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8" name="Google Shape;1058;p27"/>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59" name="Google Shape;1059;p27"/>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0" name="Google Shape;1060;p27"/>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1" name="Google Shape;1061;p27"/>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2" name="Google Shape;1062;p27"/>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3" name="Google Shape;1063;p27"/>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4" name="Google Shape;1064;p27"/>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065" name="Google Shape;1065;p27"/>
            <p:cNvGrpSpPr/>
            <p:nvPr/>
          </p:nvGrpSpPr>
          <p:grpSpPr>
            <a:xfrm>
              <a:off x="719994" y="5019733"/>
              <a:ext cx="1464972" cy="217319"/>
              <a:chOff x="6424613" y="2481263"/>
              <a:chExt cx="2878137" cy="427038"/>
            </a:xfrm>
          </p:grpSpPr>
          <p:sp>
            <p:nvSpPr>
              <p:cNvPr id="1066" name="Google Shape;1066;p27"/>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7" name="Google Shape;1067;p27"/>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8" name="Google Shape;1068;p27"/>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69" name="Google Shape;1069;p27"/>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0" name="Google Shape;1070;p27"/>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1" name="Google Shape;1071;p27"/>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2" name="Google Shape;1072;p27"/>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3" name="Google Shape;1073;p27"/>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4" name="Google Shape;1074;p27"/>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75" name="Google Shape;1075;p27"/>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7"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5100" y="445025"/>
            <a:ext cx="77139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1pPr>
            <a:lvl2pPr lvl="1"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2pPr>
            <a:lvl3pPr lvl="2"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3pPr>
            <a:lvl4pPr lvl="3"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4pPr>
            <a:lvl5pPr lvl="4"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5pPr>
            <a:lvl6pPr lvl="5"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6pPr>
            <a:lvl7pPr lvl="6"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7pPr>
            <a:lvl8pPr lvl="7"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8pPr>
            <a:lvl9pPr lvl="8" marR="0" rtl="0" algn="l">
              <a:lnSpc>
                <a:spcPct val="100000"/>
              </a:lnSpc>
              <a:spcBef>
                <a:spcPts val="0"/>
              </a:spcBef>
              <a:spcAft>
                <a:spcPts val="0"/>
              </a:spcAft>
              <a:buClr>
                <a:schemeClr val="dk1"/>
              </a:buClr>
              <a:buSzPts val="3000"/>
              <a:buFont typeface="Wix Madefor Display ExtraBold"/>
              <a:buNone/>
              <a:defRPr b="0" i="0" sz="3000" u="none" cap="none" strike="noStrike">
                <a:solidFill>
                  <a:schemeClr val="dk1"/>
                </a:solidFill>
                <a:latin typeface="Wix Madefor Display ExtraBold"/>
                <a:ea typeface="Wix Madefor Display ExtraBold"/>
                <a:cs typeface="Wix Madefor Display ExtraBold"/>
                <a:sym typeface="Wix Madefor Display ExtraBold"/>
              </a:defRPr>
            </a:lvl9pPr>
          </a:lstStyle>
          <a:p/>
        </p:txBody>
      </p:sp>
      <p:sp>
        <p:nvSpPr>
          <p:cNvPr id="7" name="Google Shape;7;p1"/>
          <p:cNvSpPr txBox="1"/>
          <p:nvPr>
            <p:ph idx="1" type="body"/>
          </p:nvPr>
        </p:nvSpPr>
        <p:spPr>
          <a:xfrm>
            <a:off x="715100" y="1152475"/>
            <a:ext cx="7713900" cy="3416400"/>
          </a:xfrm>
          <a:prstGeom prst="rect">
            <a:avLst/>
          </a:prstGeom>
          <a:noFill/>
          <a:ln>
            <a:noFill/>
          </a:ln>
        </p:spPr>
        <p:txBody>
          <a:bodyPr anchorCtr="0" anchor="t" bIns="91425" lIns="91425" spcFirstLastPara="1" rIns="91425" wrap="square" tIns="91425">
            <a:noAutofit/>
          </a:bodyPr>
          <a:lstStyle>
            <a:lvl1pPr indent="-304800" lvl="0" marL="4572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1pPr>
            <a:lvl2pPr indent="-304800" lvl="1" marL="9144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2pPr>
            <a:lvl3pPr indent="-304800" lvl="2" marL="13716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3pPr>
            <a:lvl4pPr indent="-304800" lvl="3" marL="18288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4pPr>
            <a:lvl5pPr indent="-304800" lvl="4" marL="22860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5pPr>
            <a:lvl6pPr indent="-304800" lvl="5" marL="27432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6pPr>
            <a:lvl7pPr indent="-304800" lvl="6" marL="32004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7pPr>
            <a:lvl8pPr indent="-304800" lvl="7" marL="36576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8pPr>
            <a:lvl9pPr indent="-304800" lvl="8" marL="4114800" marR="0" rtl="0" algn="l">
              <a:lnSpc>
                <a:spcPct val="100000"/>
              </a:lnSpc>
              <a:spcBef>
                <a:spcPts val="0"/>
              </a:spcBef>
              <a:spcAft>
                <a:spcPts val="0"/>
              </a:spcAft>
              <a:buClr>
                <a:schemeClr val="dk1"/>
              </a:buClr>
              <a:buSzPts val="1200"/>
              <a:buFont typeface="Didact Gothic"/>
              <a:buChar char="■"/>
              <a:defRPr b="0" i="0" sz="1200" u="none" cap="none" strike="noStrike">
                <a:solidFill>
                  <a:schemeClr val="dk1"/>
                </a:solidFill>
                <a:latin typeface="Didact Gothic"/>
                <a:ea typeface="Didact Gothic"/>
                <a:cs typeface="Didact Gothic"/>
                <a:sym typeface="Didact Gothic"/>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hyperlink" Target="https://drive.google.com/file/d/15dB-iEmXaeOIUFRR1O7ZL_C8a4IJibIN/view?usp=sharing" TargetMode="External"/><Relationship Id="rId4" Type="http://schemas.openxmlformats.org/officeDocument/2006/relationships/hyperlink" Target="https://drive.google.com/file/d/1NWXM1dOSKv0zn6KzMBlLPAi29UwOuSHk/view?usp=sharing" TargetMode="External"/><Relationship Id="rId9" Type="http://schemas.openxmlformats.org/officeDocument/2006/relationships/hyperlink" Target="https://drive.google.com/file/d/1_1NqF9kdspncEa_sE9NnelnHMalbxsce/view?usp=drive_link" TargetMode="External"/><Relationship Id="rId5" Type="http://schemas.openxmlformats.org/officeDocument/2006/relationships/hyperlink" Target="https://drive.google.com/file/d/13dFayQLFq5stRE5QJp54_A4j7k6XB0Ev/view?usp=drive_link" TargetMode="External"/><Relationship Id="rId6" Type="http://schemas.openxmlformats.org/officeDocument/2006/relationships/hyperlink" Target="https://drive.google.com/file/d/1CtKYj8zLyM6mqNk_W5hjAsNg7OEkoxPP/view?usp=sharing" TargetMode="External"/><Relationship Id="rId7" Type="http://schemas.openxmlformats.org/officeDocument/2006/relationships/hyperlink" Target="https://drive.google.com/file/d/1EAWrp8ZxLb_rsZrdtL0VodoP7_hQTYCq/view?usp=drive_link" TargetMode="External"/><Relationship Id="rId8" Type="http://schemas.openxmlformats.org/officeDocument/2006/relationships/hyperlink" Target="https://drive.google.com/file/d/1euDuP3fnke4m1Z3HYhEsIzhAMVJPsXaM/view?usp=drive_link"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hyperlink" Target="https://www.python.org/" TargetMode="External"/><Relationship Id="rId4" Type="http://schemas.openxmlformats.org/officeDocument/2006/relationships/hyperlink" Target="https://www.python.org/" TargetMode="External"/><Relationship Id="rId5" Type="http://schemas.openxmlformats.org/officeDocument/2006/relationships/hyperlink" Target="https://github.com/pjreddie/darknet" TargetMode="External"/><Relationship Id="rId6" Type="http://schemas.openxmlformats.org/officeDocument/2006/relationships/hyperlink" Target="https://www.tensorflow.org/guide/kera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9" name="Shape 1079"/>
        <p:cNvGrpSpPr/>
        <p:nvPr/>
      </p:nvGrpSpPr>
      <p:grpSpPr>
        <a:xfrm>
          <a:off x="0" y="0"/>
          <a:ext cx="0" cy="0"/>
          <a:chOff x="0" y="0"/>
          <a:chExt cx="0" cy="0"/>
        </a:xfrm>
      </p:grpSpPr>
      <p:sp>
        <p:nvSpPr>
          <p:cNvPr id="1080" name="Google Shape;1080;p28"/>
          <p:cNvSpPr txBox="1"/>
          <p:nvPr>
            <p:ph type="ctrTitle"/>
          </p:nvPr>
        </p:nvSpPr>
        <p:spPr>
          <a:xfrm>
            <a:off x="309925" y="777375"/>
            <a:ext cx="5772600" cy="30114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5200"/>
              <a:buNone/>
            </a:pPr>
            <a:r>
              <a:rPr b="1" lang="en" sz="5000">
                <a:latin typeface="Georgia"/>
                <a:ea typeface="Georgia"/>
                <a:cs typeface="Georgia"/>
                <a:sym typeface="Georgia"/>
              </a:rPr>
              <a:t>Advanced Car price Prediction model</a:t>
            </a:r>
            <a:endParaRPr b="1" sz="5000">
              <a:latin typeface="Georgia"/>
              <a:ea typeface="Georgia"/>
              <a:cs typeface="Georgia"/>
              <a:sym typeface="Georgia"/>
            </a:endParaRPr>
          </a:p>
        </p:txBody>
      </p:sp>
      <p:grpSp>
        <p:nvGrpSpPr>
          <p:cNvPr id="1081" name="Google Shape;1081;p28"/>
          <p:cNvGrpSpPr/>
          <p:nvPr/>
        </p:nvGrpSpPr>
        <p:grpSpPr>
          <a:xfrm>
            <a:off x="5385793" y="1932234"/>
            <a:ext cx="5772490" cy="2031550"/>
            <a:chOff x="0" y="666"/>
            <a:chExt cx="7454" cy="2623"/>
          </a:xfrm>
        </p:grpSpPr>
        <p:sp>
          <p:nvSpPr>
            <p:cNvPr id="1082" name="Google Shape;1082;p28"/>
            <p:cNvSpPr/>
            <p:nvPr/>
          </p:nvSpPr>
          <p:spPr>
            <a:xfrm>
              <a:off x="4094" y="2885"/>
              <a:ext cx="3360" cy="404"/>
            </a:xfrm>
            <a:custGeom>
              <a:rect b="b" l="l" r="r" t="t"/>
              <a:pathLst>
                <a:path extrusionOk="0" h="749" w="6223">
                  <a:moveTo>
                    <a:pt x="48" y="749"/>
                  </a:moveTo>
                  <a:cubicBezTo>
                    <a:pt x="6175" y="749"/>
                    <a:pt x="6175" y="749"/>
                    <a:pt x="6175" y="749"/>
                  </a:cubicBezTo>
                  <a:cubicBezTo>
                    <a:pt x="6201" y="749"/>
                    <a:pt x="6223" y="728"/>
                    <a:pt x="6223" y="702"/>
                  </a:cubicBezTo>
                  <a:cubicBezTo>
                    <a:pt x="6223" y="47"/>
                    <a:pt x="6223" y="47"/>
                    <a:pt x="6223" y="47"/>
                  </a:cubicBezTo>
                  <a:cubicBezTo>
                    <a:pt x="6223" y="21"/>
                    <a:pt x="6201" y="0"/>
                    <a:pt x="6175" y="0"/>
                  </a:cubicBezTo>
                  <a:cubicBezTo>
                    <a:pt x="48" y="0"/>
                    <a:pt x="48" y="0"/>
                    <a:pt x="48" y="0"/>
                  </a:cubicBezTo>
                  <a:cubicBezTo>
                    <a:pt x="22" y="0"/>
                    <a:pt x="0" y="21"/>
                    <a:pt x="0" y="47"/>
                  </a:cubicBezTo>
                  <a:cubicBezTo>
                    <a:pt x="0" y="702"/>
                    <a:pt x="0" y="702"/>
                    <a:pt x="0" y="702"/>
                  </a:cubicBezTo>
                  <a:cubicBezTo>
                    <a:pt x="0" y="728"/>
                    <a:pt x="22" y="749"/>
                    <a:pt x="48" y="749"/>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3" name="Google Shape;1083;p28"/>
            <p:cNvSpPr/>
            <p:nvPr/>
          </p:nvSpPr>
          <p:spPr>
            <a:xfrm>
              <a:off x="7083"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4" name="Google Shape;1084;p28"/>
            <p:cNvSpPr/>
            <p:nvPr/>
          </p:nvSpPr>
          <p:spPr>
            <a:xfrm>
              <a:off x="6612"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5" name="Google Shape;1085;p28"/>
            <p:cNvSpPr/>
            <p:nvPr/>
          </p:nvSpPr>
          <p:spPr>
            <a:xfrm>
              <a:off x="6141"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6" name="Google Shape;1086;p28"/>
            <p:cNvSpPr/>
            <p:nvPr/>
          </p:nvSpPr>
          <p:spPr>
            <a:xfrm>
              <a:off x="5671"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7" name="Google Shape;1087;p28"/>
            <p:cNvSpPr/>
            <p:nvPr/>
          </p:nvSpPr>
          <p:spPr>
            <a:xfrm>
              <a:off x="5200"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8" name="Google Shape;1088;p28"/>
            <p:cNvSpPr/>
            <p:nvPr/>
          </p:nvSpPr>
          <p:spPr>
            <a:xfrm>
              <a:off x="4730"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89" name="Google Shape;1089;p28"/>
            <p:cNvSpPr/>
            <p:nvPr/>
          </p:nvSpPr>
          <p:spPr>
            <a:xfrm>
              <a:off x="4259"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0" name="Google Shape;1090;p28"/>
            <p:cNvSpPr/>
            <p:nvPr/>
          </p:nvSpPr>
          <p:spPr>
            <a:xfrm>
              <a:off x="4352" y="3075"/>
              <a:ext cx="2841" cy="16"/>
            </a:xfrm>
            <a:custGeom>
              <a:rect b="b" l="l" r="r" t="t"/>
              <a:pathLst>
                <a:path extrusionOk="0" h="31" w="5262">
                  <a:moveTo>
                    <a:pt x="15" y="31"/>
                  </a:moveTo>
                  <a:cubicBezTo>
                    <a:pt x="5246" y="31"/>
                    <a:pt x="5246" y="31"/>
                    <a:pt x="5246" y="31"/>
                  </a:cubicBezTo>
                  <a:cubicBezTo>
                    <a:pt x="5255" y="31"/>
                    <a:pt x="5262" y="24"/>
                    <a:pt x="5262" y="15"/>
                  </a:cubicBezTo>
                  <a:cubicBezTo>
                    <a:pt x="5262" y="7"/>
                    <a:pt x="5255" y="0"/>
                    <a:pt x="5246" y="0"/>
                  </a:cubicBezTo>
                  <a:cubicBezTo>
                    <a:pt x="15" y="0"/>
                    <a:pt x="15" y="0"/>
                    <a:pt x="15" y="0"/>
                  </a:cubicBezTo>
                  <a:cubicBezTo>
                    <a:pt x="7" y="0"/>
                    <a:pt x="0" y="7"/>
                    <a:pt x="0" y="15"/>
                  </a:cubicBezTo>
                  <a:cubicBezTo>
                    <a:pt x="0" y="24"/>
                    <a:pt x="7" y="31"/>
                    <a:pt x="15" y="3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1" name="Google Shape;1091;p28"/>
            <p:cNvSpPr/>
            <p:nvPr/>
          </p:nvSpPr>
          <p:spPr>
            <a:xfrm>
              <a:off x="0" y="2885"/>
              <a:ext cx="3360" cy="404"/>
            </a:xfrm>
            <a:custGeom>
              <a:rect b="b" l="l" r="r" t="t"/>
              <a:pathLst>
                <a:path extrusionOk="0" h="749" w="6223">
                  <a:moveTo>
                    <a:pt x="48" y="749"/>
                  </a:moveTo>
                  <a:cubicBezTo>
                    <a:pt x="6175" y="749"/>
                    <a:pt x="6175" y="749"/>
                    <a:pt x="6175" y="749"/>
                  </a:cubicBezTo>
                  <a:cubicBezTo>
                    <a:pt x="6201" y="749"/>
                    <a:pt x="6223" y="728"/>
                    <a:pt x="6223" y="702"/>
                  </a:cubicBezTo>
                  <a:cubicBezTo>
                    <a:pt x="6223" y="47"/>
                    <a:pt x="6223" y="47"/>
                    <a:pt x="6223" y="47"/>
                  </a:cubicBezTo>
                  <a:cubicBezTo>
                    <a:pt x="6223" y="21"/>
                    <a:pt x="6201" y="0"/>
                    <a:pt x="6175" y="0"/>
                  </a:cubicBezTo>
                  <a:cubicBezTo>
                    <a:pt x="48" y="0"/>
                    <a:pt x="48" y="0"/>
                    <a:pt x="48" y="0"/>
                  </a:cubicBezTo>
                  <a:cubicBezTo>
                    <a:pt x="22" y="0"/>
                    <a:pt x="0" y="21"/>
                    <a:pt x="0" y="47"/>
                  </a:cubicBezTo>
                  <a:cubicBezTo>
                    <a:pt x="0" y="702"/>
                    <a:pt x="0" y="702"/>
                    <a:pt x="0" y="702"/>
                  </a:cubicBezTo>
                  <a:cubicBezTo>
                    <a:pt x="0" y="728"/>
                    <a:pt x="22" y="749"/>
                    <a:pt x="48" y="749"/>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2" name="Google Shape;1092;p28"/>
            <p:cNvSpPr/>
            <p:nvPr/>
          </p:nvSpPr>
          <p:spPr>
            <a:xfrm>
              <a:off x="2989"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3" name="Google Shape;1093;p28"/>
            <p:cNvSpPr/>
            <p:nvPr/>
          </p:nvSpPr>
          <p:spPr>
            <a:xfrm>
              <a:off x="2518"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4" name="Google Shape;1094;p28"/>
            <p:cNvSpPr/>
            <p:nvPr/>
          </p:nvSpPr>
          <p:spPr>
            <a:xfrm>
              <a:off x="2047"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5" name="Google Shape;1095;p28"/>
            <p:cNvSpPr/>
            <p:nvPr/>
          </p:nvSpPr>
          <p:spPr>
            <a:xfrm>
              <a:off x="1576"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6" name="Google Shape;1096;p28"/>
            <p:cNvSpPr/>
            <p:nvPr/>
          </p:nvSpPr>
          <p:spPr>
            <a:xfrm>
              <a:off x="1106"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7" name="Google Shape;1097;p28"/>
            <p:cNvSpPr/>
            <p:nvPr/>
          </p:nvSpPr>
          <p:spPr>
            <a:xfrm>
              <a:off x="635"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8" name="Google Shape;1098;p28"/>
            <p:cNvSpPr/>
            <p:nvPr/>
          </p:nvSpPr>
          <p:spPr>
            <a:xfrm>
              <a:off x="165" y="2982"/>
              <a:ext cx="300" cy="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099" name="Google Shape;1099;p28"/>
            <p:cNvSpPr/>
            <p:nvPr/>
          </p:nvSpPr>
          <p:spPr>
            <a:xfrm>
              <a:off x="258" y="3075"/>
              <a:ext cx="2841" cy="16"/>
            </a:xfrm>
            <a:custGeom>
              <a:rect b="b" l="l" r="r" t="t"/>
              <a:pathLst>
                <a:path extrusionOk="0" h="31" w="5262">
                  <a:moveTo>
                    <a:pt x="15" y="31"/>
                  </a:moveTo>
                  <a:cubicBezTo>
                    <a:pt x="5246" y="31"/>
                    <a:pt x="5246" y="31"/>
                    <a:pt x="5246" y="31"/>
                  </a:cubicBezTo>
                  <a:cubicBezTo>
                    <a:pt x="5255" y="31"/>
                    <a:pt x="5262" y="24"/>
                    <a:pt x="5262" y="15"/>
                  </a:cubicBezTo>
                  <a:cubicBezTo>
                    <a:pt x="5262" y="7"/>
                    <a:pt x="5255" y="0"/>
                    <a:pt x="5246" y="0"/>
                  </a:cubicBezTo>
                  <a:cubicBezTo>
                    <a:pt x="15" y="0"/>
                    <a:pt x="15" y="0"/>
                    <a:pt x="15" y="0"/>
                  </a:cubicBezTo>
                  <a:cubicBezTo>
                    <a:pt x="7" y="0"/>
                    <a:pt x="0" y="7"/>
                    <a:pt x="0" y="15"/>
                  </a:cubicBezTo>
                  <a:cubicBezTo>
                    <a:pt x="0" y="24"/>
                    <a:pt x="7" y="31"/>
                    <a:pt x="15" y="3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0" name="Google Shape;1100;p28"/>
            <p:cNvSpPr/>
            <p:nvPr/>
          </p:nvSpPr>
          <p:spPr>
            <a:xfrm>
              <a:off x="5223" y="1235"/>
              <a:ext cx="489" cy="328"/>
            </a:xfrm>
            <a:custGeom>
              <a:rect b="b" l="l" r="r" t="t"/>
              <a:pathLst>
                <a:path extrusionOk="0" h="608" w="906">
                  <a:moveTo>
                    <a:pt x="0" y="0"/>
                  </a:moveTo>
                  <a:cubicBezTo>
                    <a:pt x="0" y="0"/>
                    <a:pt x="400" y="15"/>
                    <a:pt x="906" y="608"/>
                  </a:cubicBezTo>
                  <a:cubicBezTo>
                    <a:pt x="176" y="443"/>
                    <a:pt x="0" y="0"/>
                    <a:pt x="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1" name="Google Shape;1101;p28"/>
            <p:cNvSpPr/>
            <p:nvPr/>
          </p:nvSpPr>
          <p:spPr>
            <a:xfrm>
              <a:off x="748" y="666"/>
              <a:ext cx="5120" cy="1994"/>
            </a:xfrm>
            <a:custGeom>
              <a:rect b="b" l="l" r="r" t="t"/>
              <a:pathLst>
                <a:path extrusionOk="0" h="3692" w="9481">
                  <a:moveTo>
                    <a:pt x="8837" y="3614"/>
                  </a:moveTo>
                  <a:cubicBezTo>
                    <a:pt x="8457" y="3619"/>
                    <a:pt x="1077" y="3692"/>
                    <a:pt x="598" y="3596"/>
                  </a:cubicBezTo>
                  <a:cubicBezTo>
                    <a:pt x="421" y="3560"/>
                    <a:pt x="286" y="3473"/>
                    <a:pt x="189" y="3354"/>
                  </a:cubicBezTo>
                  <a:cubicBezTo>
                    <a:pt x="59" y="3193"/>
                    <a:pt x="0" y="2974"/>
                    <a:pt x="6" y="2745"/>
                  </a:cubicBezTo>
                  <a:cubicBezTo>
                    <a:pt x="7" y="2707"/>
                    <a:pt x="9" y="2669"/>
                    <a:pt x="14" y="2630"/>
                  </a:cubicBezTo>
                  <a:cubicBezTo>
                    <a:pt x="17" y="2606"/>
                    <a:pt x="21" y="2581"/>
                    <a:pt x="25" y="2556"/>
                  </a:cubicBezTo>
                  <a:cubicBezTo>
                    <a:pt x="696" y="1830"/>
                    <a:pt x="1684" y="1764"/>
                    <a:pt x="2919" y="1700"/>
                  </a:cubicBezTo>
                  <a:cubicBezTo>
                    <a:pt x="5329" y="0"/>
                    <a:pt x="8514" y="934"/>
                    <a:pt x="8514" y="934"/>
                  </a:cubicBezTo>
                  <a:cubicBezTo>
                    <a:pt x="8514" y="934"/>
                    <a:pt x="8529" y="949"/>
                    <a:pt x="8555" y="976"/>
                  </a:cubicBezTo>
                  <a:cubicBezTo>
                    <a:pt x="8469" y="1005"/>
                    <a:pt x="8352" y="1051"/>
                    <a:pt x="8366" y="1078"/>
                  </a:cubicBezTo>
                  <a:cubicBezTo>
                    <a:pt x="8386" y="1116"/>
                    <a:pt x="8921" y="1570"/>
                    <a:pt x="9194" y="1663"/>
                  </a:cubicBezTo>
                  <a:cubicBezTo>
                    <a:pt x="9202" y="1685"/>
                    <a:pt x="9208" y="1716"/>
                    <a:pt x="9214" y="1753"/>
                  </a:cubicBezTo>
                  <a:cubicBezTo>
                    <a:pt x="9226" y="1824"/>
                    <a:pt x="9235" y="1918"/>
                    <a:pt x="9244" y="2022"/>
                  </a:cubicBezTo>
                  <a:cubicBezTo>
                    <a:pt x="9249" y="2077"/>
                    <a:pt x="9253" y="2133"/>
                    <a:pt x="9258" y="2191"/>
                  </a:cubicBezTo>
                  <a:cubicBezTo>
                    <a:pt x="9268" y="2324"/>
                    <a:pt x="9289" y="2428"/>
                    <a:pt x="9316" y="2523"/>
                  </a:cubicBezTo>
                  <a:cubicBezTo>
                    <a:pt x="9337" y="2596"/>
                    <a:pt x="9361" y="2665"/>
                    <a:pt x="9387" y="2739"/>
                  </a:cubicBezTo>
                  <a:cubicBezTo>
                    <a:pt x="9395" y="2763"/>
                    <a:pt x="9403" y="2787"/>
                    <a:pt x="9411" y="2812"/>
                  </a:cubicBezTo>
                  <a:cubicBezTo>
                    <a:pt x="9481" y="3017"/>
                    <a:pt x="9217" y="3608"/>
                    <a:pt x="8837" y="3614"/>
                  </a:cubicBezTo>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2" name="Google Shape;1102;p28"/>
            <p:cNvSpPr/>
            <p:nvPr/>
          </p:nvSpPr>
          <p:spPr>
            <a:xfrm>
              <a:off x="768" y="2234"/>
              <a:ext cx="5068" cy="425"/>
            </a:xfrm>
            <a:custGeom>
              <a:rect b="b" l="l" r="r" t="t"/>
              <a:pathLst>
                <a:path extrusionOk="0" h="787" w="9386">
                  <a:moveTo>
                    <a:pt x="8801" y="709"/>
                  </a:moveTo>
                  <a:cubicBezTo>
                    <a:pt x="9134" y="704"/>
                    <a:pt x="9377" y="251"/>
                    <a:pt x="9386" y="0"/>
                  </a:cubicBezTo>
                  <a:cubicBezTo>
                    <a:pt x="8308" y="15"/>
                    <a:pt x="8308" y="15"/>
                    <a:pt x="8308" y="15"/>
                  </a:cubicBezTo>
                  <a:cubicBezTo>
                    <a:pt x="7505" y="27"/>
                    <a:pt x="7505" y="27"/>
                    <a:pt x="7505" y="27"/>
                  </a:cubicBezTo>
                  <a:cubicBezTo>
                    <a:pt x="2514" y="98"/>
                    <a:pt x="2514" y="98"/>
                    <a:pt x="2514" y="98"/>
                  </a:cubicBezTo>
                  <a:cubicBezTo>
                    <a:pt x="2514" y="98"/>
                    <a:pt x="2514" y="98"/>
                    <a:pt x="2514" y="98"/>
                  </a:cubicBezTo>
                  <a:cubicBezTo>
                    <a:pt x="1417" y="113"/>
                    <a:pt x="1417" y="113"/>
                    <a:pt x="1417" y="113"/>
                  </a:cubicBezTo>
                  <a:cubicBezTo>
                    <a:pt x="0" y="134"/>
                    <a:pt x="0" y="134"/>
                    <a:pt x="0" y="134"/>
                  </a:cubicBezTo>
                  <a:cubicBezTo>
                    <a:pt x="30" y="251"/>
                    <a:pt x="80" y="359"/>
                    <a:pt x="153" y="449"/>
                  </a:cubicBezTo>
                  <a:cubicBezTo>
                    <a:pt x="250" y="568"/>
                    <a:pt x="385" y="655"/>
                    <a:pt x="562" y="691"/>
                  </a:cubicBezTo>
                  <a:cubicBezTo>
                    <a:pt x="1041" y="787"/>
                    <a:pt x="8421" y="714"/>
                    <a:pt x="8801" y="709"/>
                  </a:cubicBezTo>
                  <a:close/>
                </a:path>
              </a:pathLst>
            </a:custGeom>
            <a:solidFill>
              <a:srgbClr val="004355">
                <a:alpha val="2784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3" name="Google Shape;1103;p28"/>
            <p:cNvSpPr/>
            <p:nvPr/>
          </p:nvSpPr>
          <p:spPr>
            <a:xfrm>
              <a:off x="1313" y="1979"/>
              <a:ext cx="993" cy="654"/>
            </a:xfrm>
            <a:custGeom>
              <a:rect b="b" l="l" r="r" t="t"/>
              <a:pathLst>
                <a:path extrusionOk="0" h="1211" w="1838">
                  <a:moveTo>
                    <a:pt x="43" y="1192"/>
                  </a:moveTo>
                  <a:cubicBezTo>
                    <a:pt x="452" y="1204"/>
                    <a:pt x="1072" y="1209"/>
                    <a:pt x="1787" y="1211"/>
                  </a:cubicBezTo>
                  <a:cubicBezTo>
                    <a:pt x="1817" y="1122"/>
                    <a:pt x="1833" y="1028"/>
                    <a:pt x="1835" y="929"/>
                  </a:cubicBezTo>
                  <a:cubicBezTo>
                    <a:pt x="1838" y="615"/>
                    <a:pt x="1684" y="337"/>
                    <a:pt x="1445" y="169"/>
                  </a:cubicBezTo>
                  <a:cubicBezTo>
                    <a:pt x="1445" y="169"/>
                    <a:pt x="1445" y="169"/>
                    <a:pt x="1445" y="169"/>
                  </a:cubicBezTo>
                  <a:cubicBezTo>
                    <a:pt x="1299" y="65"/>
                    <a:pt x="1121" y="4"/>
                    <a:pt x="929" y="2"/>
                  </a:cubicBezTo>
                  <a:cubicBezTo>
                    <a:pt x="721" y="0"/>
                    <a:pt x="529" y="66"/>
                    <a:pt x="373" y="181"/>
                  </a:cubicBezTo>
                  <a:cubicBezTo>
                    <a:pt x="151" y="346"/>
                    <a:pt x="5" y="610"/>
                    <a:pt x="1" y="908"/>
                  </a:cubicBezTo>
                  <a:cubicBezTo>
                    <a:pt x="0" y="1007"/>
                    <a:pt x="15" y="1102"/>
                    <a:pt x="43" y="1192"/>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4" name="Google Shape;1104;p28"/>
            <p:cNvSpPr/>
            <p:nvPr/>
          </p:nvSpPr>
          <p:spPr>
            <a:xfrm>
              <a:off x="1384" y="2054"/>
              <a:ext cx="841" cy="842"/>
            </a:xfrm>
            <a:custGeom>
              <a:rect b="b" l="l" r="r" t="t"/>
              <a:pathLst>
                <a:path extrusionOk="0" h="1559" w="1558">
                  <a:moveTo>
                    <a:pt x="1553" y="788"/>
                  </a:moveTo>
                  <a:cubicBezTo>
                    <a:pt x="1548" y="1216"/>
                    <a:pt x="1198" y="1559"/>
                    <a:pt x="770" y="1554"/>
                  </a:cubicBezTo>
                  <a:cubicBezTo>
                    <a:pt x="342" y="1549"/>
                    <a:pt x="0" y="1198"/>
                    <a:pt x="5" y="770"/>
                  </a:cubicBezTo>
                  <a:cubicBezTo>
                    <a:pt x="10" y="343"/>
                    <a:pt x="360" y="0"/>
                    <a:pt x="788" y="5"/>
                  </a:cubicBezTo>
                  <a:cubicBezTo>
                    <a:pt x="1216" y="10"/>
                    <a:pt x="1558" y="361"/>
                    <a:pt x="1553" y="78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5" name="Google Shape;1105;p28"/>
            <p:cNvSpPr/>
            <p:nvPr/>
          </p:nvSpPr>
          <p:spPr>
            <a:xfrm>
              <a:off x="1496" y="2166"/>
              <a:ext cx="618" cy="617"/>
            </a:xfrm>
            <a:custGeom>
              <a:rect b="b" l="l" r="r" t="t"/>
              <a:pathLst>
                <a:path extrusionOk="0" h="1143" w="1144">
                  <a:moveTo>
                    <a:pt x="1143" y="578"/>
                  </a:moveTo>
                  <a:cubicBezTo>
                    <a:pt x="1143" y="611"/>
                    <a:pt x="1140" y="644"/>
                    <a:pt x="1134" y="675"/>
                  </a:cubicBezTo>
                  <a:cubicBezTo>
                    <a:pt x="1124" y="730"/>
                    <a:pt x="1106" y="782"/>
                    <a:pt x="1082" y="830"/>
                  </a:cubicBezTo>
                  <a:cubicBezTo>
                    <a:pt x="1052" y="888"/>
                    <a:pt x="1013" y="941"/>
                    <a:pt x="965" y="986"/>
                  </a:cubicBezTo>
                  <a:cubicBezTo>
                    <a:pt x="926" y="1023"/>
                    <a:pt x="881" y="1055"/>
                    <a:pt x="833" y="1080"/>
                  </a:cubicBezTo>
                  <a:cubicBezTo>
                    <a:pt x="776" y="1109"/>
                    <a:pt x="713" y="1129"/>
                    <a:pt x="647" y="1138"/>
                  </a:cubicBezTo>
                  <a:cubicBezTo>
                    <a:pt x="620" y="1141"/>
                    <a:pt x="593" y="1143"/>
                    <a:pt x="565" y="1143"/>
                  </a:cubicBezTo>
                  <a:cubicBezTo>
                    <a:pt x="538" y="1142"/>
                    <a:pt x="511" y="1140"/>
                    <a:pt x="484" y="1136"/>
                  </a:cubicBezTo>
                  <a:cubicBezTo>
                    <a:pt x="418" y="1126"/>
                    <a:pt x="356" y="1104"/>
                    <a:pt x="300" y="1074"/>
                  </a:cubicBezTo>
                  <a:cubicBezTo>
                    <a:pt x="252" y="1048"/>
                    <a:pt x="208" y="1015"/>
                    <a:pt x="169" y="976"/>
                  </a:cubicBezTo>
                  <a:cubicBezTo>
                    <a:pt x="123" y="931"/>
                    <a:pt x="85" y="877"/>
                    <a:pt x="56" y="818"/>
                  </a:cubicBezTo>
                  <a:cubicBezTo>
                    <a:pt x="33" y="769"/>
                    <a:pt x="17" y="717"/>
                    <a:pt x="8" y="662"/>
                  </a:cubicBezTo>
                  <a:cubicBezTo>
                    <a:pt x="3" y="630"/>
                    <a:pt x="0" y="598"/>
                    <a:pt x="1" y="565"/>
                  </a:cubicBezTo>
                  <a:cubicBezTo>
                    <a:pt x="1" y="532"/>
                    <a:pt x="4" y="499"/>
                    <a:pt x="10" y="467"/>
                  </a:cubicBezTo>
                  <a:cubicBezTo>
                    <a:pt x="20" y="413"/>
                    <a:pt x="38" y="361"/>
                    <a:pt x="62" y="313"/>
                  </a:cubicBezTo>
                  <a:cubicBezTo>
                    <a:pt x="92" y="255"/>
                    <a:pt x="131" y="202"/>
                    <a:pt x="179" y="157"/>
                  </a:cubicBezTo>
                  <a:cubicBezTo>
                    <a:pt x="218" y="120"/>
                    <a:pt x="263" y="88"/>
                    <a:pt x="311" y="63"/>
                  </a:cubicBezTo>
                  <a:cubicBezTo>
                    <a:pt x="368" y="34"/>
                    <a:pt x="431" y="14"/>
                    <a:pt x="497" y="5"/>
                  </a:cubicBezTo>
                  <a:cubicBezTo>
                    <a:pt x="524" y="1"/>
                    <a:pt x="551" y="0"/>
                    <a:pt x="579" y="0"/>
                  </a:cubicBezTo>
                  <a:cubicBezTo>
                    <a:pt x="606" y="0"/>
                    <a:pt x="634" y="3"/>
                    <a:pt x="660" y="7"/>
                  </a:cubicBezTo>
                  <a:cubicBezTo>
                    <a:pt x="726" y="17"/>
                    <a:pt x="788" y="38"/>
                    <a:pt x="845" y="69"/>
                  </a:cubicBezTo>
                  <a:cubicBezTo>
                    <a:pt x="893" y="95"/>
                    <a:pt x="937" y="128"/>
                    <a:pt x="975" y="166"/>
                  </a:cubicBezTo>
                  <a:cubicBezTo>
                    <a:pt x="1021" y="212"/>
                    <a:pt x="1059" y="266"/>
                    <a:pt x="1088" y="325"/>
                  </a:cubicBezTo>
                  <a:cubicBezTo>
                    <a:pt x="1111" y="374"/>
                    <a:pt x="1127" y="426"/>
                    <a:pt x="1136" y="481"/>
                  </a:cubicBezTo>
                  <a:cubicBezTo>
                    <a:pt x="1141" y="512"/>
                    <a:pt x="1144" y="545"/>
                    <a:pt x="1143" y="57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6" name="Google Shape;1106;p28"/>
            <p:cNvSpPr/>
            <p:nvPr/>
          </p:nvSpPr>
          <p:spPr>
            <a:xfrm>
              <a:off x="1500" y="2166"/>
              <a:ext cx="609" cy="617"/>
            </a:xfrm>
            <a:custGeom>
              <a:rect b="b" l="l" r="r" t="t"/>
              <a:pathLst>
                <a:path extrusionOk="0" h="1143" w="1128">
                  <a:moveTo>
                    <a:pt x="1126" y="675"/>
                  </a:moveTo>
                  <a:cubicBezTo>
                    <a:pt x="828" y="575"/>
                    <a:pt x="828" y="575"/>
                    <a:pt x="828" y="575"/>
                  </a:cubicBezTo>
                  <a:cubicBezTo>
                    <a:pt x="1128" y="481"/>
                    <a:pt x="1128" y="481"/>
                    <a:pt x="1128" y="481"/>
                  </a:cubicBezTo>
                  <a:cubicBezTo>
                    <a:pt x="1119" y="426"/>
                    <a:pt x="1103" y="374"/>
                    <a:pt x="1080" y="325"/>
                  </a:cubicBezTo>
                  <a:cubicBezTo>
                    <a:pt x="779" y="419"/>
                    <a:pt x="779" y="419"/>
                    <a:pt x="779" y="419"/>
                  </a:cubicBezTo>
                  <a:cubicBezTo>
                    <a:pt x="967" y="166"/>
                    <a:pt x="967" y="166"/>
                    <a:pt x="967" y="166"/>
                  </a:cubicBezTo>
                  <a:cubicBezTo>
                    <a:pt x="929" y="128"/>
                    <a:pt x="885" y="95"/>
                    <a:pt x="837" y="69"/>
                  </a:cubicBezTo>
                  <a:cubicBezTo>
                    <a:pt x="648" y="322"/>
                    <a:pt x="648" y="322"/>
                    <a:pt x="648" y="322"/>
                  </a:cubicBezTo>
                  <a:cubicBezTo>
                    <a:pt x="652" y="7"/>
                    <a:pt x="652" y="7"/>
                    <a:pt x="652" y="7"/>
                  </a:cubicBezTo>
                  <a:cubicBezTo>
                    <a:pt x="626" y="3"/>
                    <a:pt x="598" y="0"/>
                    <a:pt x="571" y="0"/>
                  </a:cubicBezTo>
                  <a:cubicBezTo>
                    <a:pt x="543" y="0"/>
                    <a:pt x="516" y="1"/>
                    <a:pt x="489" y="5"/>
                  </a:cubicBezTo>
                  <a:cubicBezTo>
                    <a:pt x="486" y="320"/>
                    <a:pt x="486" y="320"/>
                    <a:pt x="486" y="320"/>
                  </a:cubicBezTo>
                  <a:cubicBezTo>
                    <a:pt x="303" y="63"/>
                    <a:pt x="303" y="63"/>
                    <a:pt x="303" y="63"/>
                  </a:cubicBezTo>
                  <a:cubicBezTo>
                    <a:pt x="255" y="88"/>
                    <a:pt x="210" y="120"/>
                    <a:pt x="171" y="157"/>
                  </a:cubicBezTo>
                  <a:cubicBezTo>
                    <a:pt x="353" y="414"/>
                    <a:pt x="353" y="414"/>
                    <a:pt x="353" y="414"/>
                  </a:cubicBezTo>
                  <a:cubicBezTo>
                    <a:pt x="54" y="313"/>
                    <a:pt x="54" y="313"/>
                    <a:pt x="54" y="313"/>
                  </a:cubicBezTo>
                  <a:cubicBezTo>
                    <a:pt x="30" y="361"/>
                    <a:pt x="12" y="413"/>
                    <a:pt x="2" y="467"/>
                  </a:cubicBezTo>
                  <a:cubicBezTo>
                    <a:pt x="301" y="568"/>
                    <a:pt x="301" y="568"/>
                    <a:pt x="301" y="568"/>
                  </a:cubicBezTo>
                  <a:cubicBezTo>
                    <a:pt x="0" y="662"/>
                    <a:pt x="0" y="662"/>
                    <a:pt x="0" y="662"/>
                  </a:cubicBezTo>
                  <a:cubicBezTo>
                    <a:pt x="9" y="717"/>
                    <a:pt x="25" y="769"/>
                    <a:pt x="48" y="818"/>
                  </a:cubicBezTo>
                  <a:cubicBezTo>
                    <a:pt x="349" y="724"/>
                    <a:pt x="349" y="724"/>
                    <a:pt x="349" y="724"/>
                  </a:cubicBezTo>
                  <a:cubicBezTo>
                    <a:pt x="161" y="976"/>
                    <a:pt x="161" y="976"/>
                    <a:pt x="161" y="976"/>
                  </a:cubicBezTo>
                  <a:cubicBezTo>
                    <a:pt x="200" y="1015"/>
                    <a:pt x="244" y="1048"/>
                    <a:pt x="292" y="1074"/>
                  </a:cubicBezTo>
                  <a:cubicBezTo>
                    <a:pt x="480" y="821"/>
                    <a:pt x="480" y="821"/>
                    <a:pt x="480" y="821"/>
                  </a:cubicBezTo>
                  <a:cubicBezTo>
                    <a:pt x="476" y="1136"/>
                    <a:pt x="476" y="1136"/>
                    <a:pt x="476" y="1136"/>
                  </a:cubicBezTo>
                  <a:cubicBezTo>
                    <a:pt x="503" y="1140"/>
                    <a:pt x="530" y="1142"/>
                    <a:pt x="557" y="1143"/>
                  </a:cubicBezTo>
                  <a:cubicBezTo>
                    <a:pt x="585" y="1143"/>
                    <a:pt x="612" y="1141"/>
                    <a:pt x="639" y="1138"/>
                  </a:cubicBezTo>
                  <a:cubicBezTo>
                    <a:pt x="643" y="823"/>
                    <a:pt x="643" y="823"/>
                    <a:pt x="643" y="823"/>
                  </a:cubicBezTo>
                  <a:cubicBezTo>
                    <a:pt x="825" y="1080"/>
                    <a:pt x="825" y="1080"/>
                    <a:pt x="825" y="1080"/>
                  </a:cubicBezTo>
                  <a:cubicBezTo>
                    <a:pt x="873" y="1055"/>
                    <a:pt x="918" y="1023"/>
                    <a:pt x="957" y="986"/>
                  </a:cubicBezTo>
                  <a:cubicBezTo>
                    <a:pt x="775" y="729"/>
                    <a:pt x="775" y="729"/>
                    <a:pt x="775" y="729"/>
                  </a:cubicBezTo>
                  <a:cubicBezTo>
                    <a:pt x="1074" y="830"/>
                    <a:pt x="1074" y="830"/>
                    <a:pt x="1074" y="830"/>
                  </a:cubicBezTo>
                  <a:cubicBezTo>
                    <a:pt x="1098" y="782"/>
                    <a:pt x="1116" y="730"/>
                    <a:pt x="1126" y="6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7" name="Google Shape;1107;p28"/>
            <p:cNvSpPr/>
            <p:nvPr/>
          </p:nvSpPr>
          <p:spPr>
            <a:xfrm>
              <a:off x="1724" y="2395"/>
              <a:ext cx="161" cy="160"/>
            </a:xfrm>
            <a:custGeom>
              <a:rect b="b" l="l" r="r" t="t"/>
              <a:pathLst>
                <a:path extrusionOk="0" h="297" w="298">
                  <a:moveTo>
                    <a:pt x="297" y="150"/>
                  </a:moveTo>
                  <a:cubicBezTo>
                    <a:pt x="296" y="232"/>
                    <a:pt x="229" y="297"/>
                    <a:pt x="147" y="296"/>
                  </a:cubicBezTo>
                  <a:cubicBezTo>
                    <a:pt x="66" y="295"/>
                    <a:pt x="0" y="228"/>
                    <a:pt x="1" y="147"/>
                  </a:cubicBezTo>
                  <a:cubicBezTo>
                    <a:pt x="2" y="65"/>
                    <a:pt x="69" y="0"/>
                    <a:pt x="151" y="1"/>
                  </a:cubicBezTo>
                  <a:cubicBezTo>
                    <a:pt x="232" y="2"/>
                    <a:pt x="298" y="69"/>
                    <a:pt x="297" y="15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8" name="Google Shape;1108;p28"/>
            <p:cNvSpPr/>
            <p:nvPr/>
          </p:nvSpPr>
          <p:spPr>
            <a:xfrm>
              <a:off x="4447" y="1989"/>
              <a:ext cx="993" cy="637"/>
            </a:xfrm>
            <a:custGeom>
              <a:rect b="b" l="l" r="r" t="t"/>
              <a:pathLst>
                <a:path extrusionOk="0" h="1180" w="1838">
                  <a:moveTo>
                    <a:pt x="39" y="1180"/>
                  </a:moveTo>
                  <a:cubicBezTo>
                    <a:pt x="839" y="1174"/>
                    <a:pt x="1488" y="1168"/>
                    <a:pt x="1800" y="1165"/>
                  </a:cubicBezTo>
                  <a:cubicBezTo>
                    <a:pt x="1821" y="1090"/>
                    <a:pt x="1833" y="1011"/>
                    <a:pt x="1834" y="929"/>
                  </a:cubicBezTo>
                  <a:cubicBezTo>
                    <a:pt x="1838" y="556"/>
                    <a:pt x="1619" y="232"/>
                    <a:pt x="1300" y="85"/>
                  </a:cubicBezTo>
                  <a:cubicBezTo>
                    <a:pt x="1187" y="33"/>
                    <a:pt x="1061" y="3"/>
                    <a:pt x="928" y="2"/>
                  </a:cubicBezTo>
                  <a:cubicBezTo>
                    <a:pt x="780" y="0"/>
                    <a:pt x="640" y="33"/>
                    <a:pt x="515" y="94"/>
                  </a:cubicBezTo>
                  <a:cubicBezTo>
                    <a:pt x="214" y="241"/>
                    <a:pt x="5" y="549"/>
                    <a:pt x="1" y="907"/>
                  </a:cubicBezTo>
                  <a:cubicBezTo>
                    <a:pt x="0" y="1002"/>
                    <a:pt x="13" y="1094"/>
                    <a:pt x="39" y="118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09" name="Google Shape;1109;p28"/>
            <p:cNvSpPr/>
            <p:nvPr/>
          </p:nvSpPr>
          <p:spPr>
            <a:xfrm>
              <a:off x="4518" y="2064"/>
              <a:ext cx="842" cy="841"/>
            </a:xfrm>
            <a:custGeom>
              <a:rect b="b" l="l" r="r" t="t"/>
              <a:pathLst>
                <a:path extrusionOk="0" h="1558" w="1559">
                  <a:moveTo>
                    <a:pt x="1554" y="788"/>
                  </a:moveTo>
                  <a:cubicBezTo>
                    <a:pt x="1549" y="1216"/>
                    <a:pt x="1198" y="1558"/>
                    <a:pt x="770" y="1553"/>
                  </a:cubicBezTo>
                  <a:cubicBezTo>
                    <a:pt x="343" y="1548"/>
                    <a:pt x="0" y="1198"/>
                    <a:pt x="5" y="770"/>
                  </a:cubicBezTo>
                  <a:cubicBezTo>
                    <a:pt x="10" y="343"/>
                    <a:pt x="361" y="0"/>
                    <a:pt x="788" y="5"/>
                  </a:cubicBezTo>
                  <a:cubicBezTo>
                    <a:pt x="1216" y="10"/>
                    <a:pt x="1559" y="361"/>
                    <a:pt x="1554" y="788"/>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0" name="Google Shape;1110;p28"/>
            <p:cNvSpPr/>
            <p:nvPr/>
          </p:nvSpPr>
          <p:spPr>
            <a:xfrm>
              <a:off x="4630" y="2176"/>
              <a:ext cx="617" cy="617"/>
            </a:xfrm>
            <a:custGeom>
              <a:rect b="b" l="l" r="r" t="t"/>
              <a:pathLst>
                <a:path extrusionOk="0" h="1143" w="1143">
                  <a:moveTo>
                    <a:pt x="1143" y="578"/>
                  </a:moveTo>
                  <a:cubicBezTo>
                    <a:pt x="1142" y="611"/>
                    <a:pt x="1139" y="643"/>
                    <a:pt x="1133" y="675"/>
                  </a:cubicBezTo>
                  <a:cubicBezTo>
                    <a:pt x="1123" y="730"/>
                    <a:pt x="1106" y="781"/>
                    <a:pt x="1081" y="829"/>
                  </a:cubicBezTo>
                  <a:cubicBezTo>
                    <a:pt x="1052" y="888"/>
                    <a:pt x="1012" y="941"/>
                    <a:pt x="965" y="985"/>
                  </a:cubicBezTo>
                  <a:cubicBezTo>
                    <a:pt x="926" y="1023"/>
                    <a:pt x="881" y="1055"/>
                    <a:pt x="832" y="1080"/>
                  </a:cubicBezTo>
                  <a:cubicBezTo>
                    <a:pt x="775" y="1109"/>
                    <a:pt x="712" y="1129"/>
                    <a:pt x="646" y="1138"/>
                  </a:cubicBezTo>
                  <a:cubicBezTo>
                    <a:pt x="620" y="1141"/>
                    <a:pt x="593" y="1143"/>
                    <a:pt x="565" y="1142"/>
                  </a:cubicBezTo>
                  <a:cubicBezTo>
                    <a:pt x="537" y="1142"/>
                    <a:pt x="510" y="1140"/>
                    <a:pt x="483" y="1136"/>
                  </a:cubicBezTo>
                  <a:cubicBezTo>
                    <a:pt x="418" y="1126"/>
                    <a:pt x="356" y="1104"/>
                    <a:pt x="299" y="1073"/>
                  </a:cubicBezTo>
                  <a:cubicBezTo>
                    <a:pt x="251" y="1047"/>
                    <a:pt x="207" y="1014"/>
                    <a:pt x="169" y="976"/>
                  </a:cubicBezTo>
                  <a:cubicBezTo>
                    <a:pt x="122" y="930"/>
                    <a:pt x="84" y="877"/>
                    <a:pt x="56" y="817"/>
                  </a:cubicBezTo>
                  <a:cubicBezTo>
                    <a:pt x="33" y="769"/>
                    <a:pt x="16" y="717"/>
                    <a:pt x="7" y="662"/>
                  </a:cubicBezTo>
                  <a:cubicBezTo>
                    <a:pt x="2" y="630"/>
                    <a:pt x="0" y="598"/>
                    <a:pt x="0" y="565"/>
                  </a:cubicBezTo>
                  <a:cubicBezTo>
                    <a:pt x="1" y="531"/>
                    <a:pt x="4" y="499"/>
                    <a:pt x="10" y="467"/>
                  </a:cubicBezTo>
                  <a:cubicBezTo>
                    <a:pt x="20" y="413"/>
                    <a:pt x="37" y="361"/>
                    <a:pt x="62" y="313"/>
                  </a:cubicBezTo>
                  <a:cubicBezTo>
                    <a:pt x="91" y="254"/>
                    <a:pt x="131" y="202"/>
                    <a:pt x="178" y="157"/>
                  </a:cubicBezTo>
                  <a:cubicBezTo>
                    <a:pt x="217" y="120"/>
                    <a:pt x="262" y="88"/>
                    <a:pt x="311" y="63"/>
                  </a:cubicBezTo>
                  <a:cubicBezTo>
                    <a:pt x="368" y="33"/>
                    <a:pt x="430" y="13"/>
                    <a:pt x="497" y="5"/>
                  </a:cubicBezTo>
                  <a:cubicBezTo>
                    <a:pt x="523" y="1"/>
                    <a:pt x="550" y="0"/>
                    <a:pt x="578" y="0"/>
                  </a:cubicBezTo>
                  <a:cubicBezTo>
                    <a:pt x="606" y="0"/>
                    <a:pt x="633" y="2"/>
                    <a:pt x="660" y="7"/>
                  </a:cubicBezTo>
                  <a:cubicBezTo>
                    <a:pt x="725" y="17"/>
                    <a:pt x="788" y="38"/>
                    <a:pt x="844" y="69"/>
                  </a:cubicBezTo>
                  <a:cubicBezTo>
                    <a:pt x="892" y="95"/>
                    <a:pt x="936" y="128"/>
                    <a:pt x="974" y="166"/>
                  </a:cubicBezTo>
                  <a:cubicBezTo>
                    <a:pt x="1021" y="212"/>
                    <a:pt x="1059" y="266"/>
                    <a:pt x="1087" y="325"/>
                  </a:cubicBezTo>
                  <a:cubicBezTo>
                    <a:pt x="1110" y="373"/>
                    <a:pt x="1127" y="425"/>
                    <a:pt x="1136" y="480"/>
                  </a:cubicBezTo>
                  <a:cubicBezTo>
                    <a:pt x="1141" y="512"/>
                    <a:pt x="1143" y="545"/>
                    <a:pt x="1143" y="578"/>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1" name="Google Shape;1111;p28"/>
            <p:cNvSpPr/>
            <p:nvPr/>
          </p:nvSpPr>
          <p:spPr>
            <a:xfrm>
              <a:off x="4634" y="2176"/>
              <a:ext cx="610" cy="617"/>
            </a:xfrm>
            <a:custGeom>
              <a:rect b="b" l="l" r="r" t="t"/>
              <a:pathLst>
                <a:path extrusionOk="0" h="1143" w="1129">
                  <a:moveTo>
                    <a:pt x="1126" y="675"/>
                  </a:moveTo>
                  <a:cubicBezTo>
                    <a:pt x="828" y="574"/>
                    <a:pt x="828" y="574"/>
                    <a:pt x="828" y="574"/>
                  </a:cubicBezTo>
                  <a:cubicBezTo>
                    <a:pt x="1129" y="480"/>
                    <a:pt x="1129" y="480"/>
                    <a:pt x="1129" y="480"/>
                  </a:cubicBezTo>
                  <a:cubicBezTo>
                    <a:pt x="1120" y="425"/>
                    <a:pt x="1103" y="373"/>
                    <a:pt x="1080" y="325"/>
                  </a:cubicBezTo>
                  <a:cubicBezTo>
                    <a:pt x="779" y="419"/>
                    <a:pt x="779" y="419"/>
                    <a:pt x="779" y="419"/>
                  </a:cubicBezTo>
                  <a:cubicBezTo>
                    <a:pt x="967" y="166"/>
                    <a:pt x="967" y="166"/>
                    <a:pt x="967" y="166"/>
                  </a:cubicBezTo>
                  <a:cubicBezTo>
                    <a:pt x="929" y="128"/>
                    <a:pt x="885" y="95"/>
                    <a:pt x="837" y="69"/>
                  </a:cubicBezTo>
                  <a:cubicBezTo>
                    <a:pt x="649" y="321"/>
                    <a:pt x="649" y="321"/>
                    <a:pt x="649" y="321"/>
                  </a:cubicBezTo>
                  <a:cubicBezTo>
                    <a:pt x="653" y="7"/>
                    <a:pt x="653" y="7"/>
                    <a:pt x="653" y="7"/>
                  </a:cubicBezTo>
                  <a:cubicBezTo>
                    <a:pt x="626" y="2"/>
                    <a:pt x="599" y="0"/>
                    <a:pt x="571" y="0"/>
                  </a:cubicBezTo>
                  <a:cubicBezTo>
                    <a:pt x="543" y="0"/>
                    <a:pt x="516" y="1"/>
                    <a:pt x="490" y="5"/>
                  </a:cubicBezTo>
                  <a:cubicBezTo>
                    <a:pt x="486" y="320"/>
                    <a:pt x="486" y="320"/>
                    <a:pt x="486" y="320"/>
                  </a:cubicBezTo>
                  <a:cubicBezTo>
                    <a:pt x="304" y="63"/>
                    <a:pt x="304" y="63"/>
                    <a:pt x="304" y="63"/>
                  </a:cubicBezTo>
                  <a:cubicBezTo>
                    <a:pt x="255" y="88"/>
                    <a:pt x="210" y="120"/>
                    <a:pt x="171" y="157"/>
                  </a:cubicBezTo>
                  <a:cubicBezTo>
                    <a:pt x="353" y="414"/>
                    <a:pt x="353" y="414"/>
                    <a:pt x="353" y="414"/>
                  </a:cubicBezTo>
                  <a:cubicBezTo>
                    <a:pt x="55" y="313"/>
                    <a:pt x="55" y="313"/>
                    <a:pt x="55" y="313"/>
                  </a:cubicBezTo>
                  <a:cubicBezTo>
                    <a:pt x="30" y="361"/>
                    <a:pt x="13" y="413"/>
                    <a:pt x="3" y="467"/>
                  </a:cubicBezTo>
                  <a:cubicBezTo>
                    <a:pt x="301" y="568"/>
                    <a:pt x="301" y="568"/>
                    <a:pt x="301" y="568"/>
                  </a:cubicBezTo>
                  <a:cubicBezTo>
                    <a:pt x="0" y="662"/>
                    <a:pt x="0" y="662"/>
                    <a:pt x="0" y="662"/>
                  </a:cubicBezTo>
                  <a:cubicBezTo>
                    <a:pt x="9" y="717"/>
                    <a:pt x="26" y="769"/>
                    <a:pt x="49" y="817"/>
                  </a:cubicBezTo>
                  <a:cubicBezTo>
                    <a:pt x="349" y="724"/>
                    <a:pt x="349" y="724"/>
                    <a:pt x="349" y="724"/>
                  </a:cubicBezTo>
                  <a:cubicBezTo>
                    <a:pt x="162" y="976"/>
                    <a:pt x="162" y="976"/>
                    <a:pt x="162" y="976"/>
                  </a:cubicBezTo>
                  <a:cubicBezTo>
                    <a:pt x="200" y="1014"/>
                    <a:pt x="244" y="1047"/>
                    <a:pt x="292" y="1073"/>
                  </a:cubicBezTo>
                  <a:cubicBezTo>
                    <a:pt x="480" y="821"/>
                    <a:pt x="480" y="821"/>
                    <a:pt x="480" y="821"/>
                  </a:cubicBezTo>
                  <a:cubicBezTo>
                    <a:pt x="476" y="1136"/>
                    <a:pt x="476" y="1136"/>
                    <a:pt x="476" y="1136"/>
                  </a:cubicBezTo>
                  <a:cubicBezTo>
                    <a:pt x="503" y="1140"/>
                    <a:pt x="530" y="1142"/>
                    <a:pt x="558" y="1142"/>
                  </a:cubicBezTo>
                  <a:cubicBezTo>
                    <a:pt x="586" y="1143"/>
                    <a:pt x="613" y="1141"/>
                    <a:pt x="639" y="1138"/>
                  </a:cubicBezTo>
                  <a:cubicBezTo>
                    <a:pt x="643" y="823"/>
                    <a:pt x="643" y="823"/>
                    <a:pt x="643" y="823"/>
                  </a:cubicBezTo>
                  <a:cubicBezTo>
                    <a:pt x="825" y="1080"/>
                    <a:pt x="825" y="1080"/>
                    <a:pt x="825" y="1080"/>
                  </a:cubicBezTo>
                  <a:cubicBezTo>
                    <a:pt x="874" y="1055"/>
                    <a:pt x="919" y="1023"/>
                    <a:pt x="958" y="985"/>
                  </a:cubicBezTo>
                  <a:cubicBezTo>
                    <a:pt x="776" y="728"/>
                    <a:pt x="776" y="728"/>
                    <a:pt x="776" y="728"/>
                  </a:cubicBezTo>
                  <a:cubicBezTo>
                    <a:pt x="1074" y="829"/>
                    <a:pt x="1074" y="829"/>
                    <a:pt x="1074" y="829"/>
                  </a:cubicBezTo>
                  <a:cubicBezTo>
                    <a:pt x="1099" y="781"/>
                    <a:pt x="1116" y="730"/>
                    <a:pt x="1126" y="675"/>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2" name="Google Shape;1112;p28"/>
            <p:cNvSpPr/>
            <p:nvPr/>
          </p:nvSpPr>
          <p:spPr>
            <a:xfrm>
              <a:off x="4859" y="2404"/>
              <a:ext cx="160" cy="161"/>
            </a:xfrm>
            <a:custGeom>
              <a:rect b="b" l="l" r="r" t="t"/>
              <a:pathLst>
                <a:path extrusionOk="0" h="298" w="297">
                  <a:moveTo>
                    <a:pt x="296" y="151"/>
                  </a:moveTo>
                  <a:cubicBezTo>
                    <a:pt x="295" y="232"/>
                    <a:pt x="228" y="298"/>
                    <a:pt x="147" y="297"/>
                  </a:cubicBezTo>
                  <a:cubicBezTo>
                    <a:pt x="65" y="296"/>
                    <a:pt x="0" y="229"/>
                    <a:pt x="1" y="147"/>
                  </a:cubicBezTo>
                  <a:cubicBezTo>
                    <a:pt x="2" y="66"/>
                    <a:pt x="69" y="0"/>
                    <a:pt x="150" y="1"/>
                  </a:cubicBezTo>
                  <a:cubicBezTo>
                    <a:pt x="232" y="2"/>
                    <a:pt x="297" y="69"/>
                    <a:pt x="296" y="15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3" name="Google Shape;1113;p28"/>
            <p:cNvSpPr/>
            <p:nvPr/>
          </p:nvSpPr>
          <p:spPr>
            <a:xfrm>
              <a:off x="5423" y="1603"/>
              <a:ext cx="315" cy="155"/>
            </a:xfrm>
            <a:custGeom>
              <a:rect b="b" l="l" r="r" t="t"/>
              <a:pathLst>
                <a:path extrusionOk="0" h="286" w="584">
                  <a:moveTo>
                    <a:pt x="584" y="286"/>
                  </a:moveTo>
                  <a:cubicBezTo>
                    <a:pt x="419" y="264"/>
                    <a:pt x="211" y="234"/>
                    <a:pt x="161" y="211"/>
                  </a:cubicBezTo>
                  <a:cubicBezTo>
                    <a:pt x="74" y="171"/>
                    <a:pt x="0" y="88"/>
                    <a:pt x="75" y="37"/>
                  </a:cubicBezTo>
                  <a:cubicBezTo>
                    <a:pt x="131" y="0"/>
                    <a:pt x="410" y="9"/>
                    <a:pt x="554" y="16"/>
                  </a:cubicBezTo>
                  <a:cubicBezTo>
                    <a:pt x="566" y="87"/>
                    <a:pt x="575" y="181"/>
                    <a:pt x="584" y="286"/>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4" name="Google Shape;1114;p28"/>
            <p:cNvSpPr/>
            <p:nvPr/>
          </p:nvSpPr>
          <p:spPr>
            <a:xfrm>
              <a:off x="2456" y="1132"/>
              <a:ext cx="2634" cy="587"/>
            </a:xfrm>
            <a:custGeom>
              <a:rect b="b" l="l" r="r" t="t"/>
              <a:pathLst>
                <a:path extrusionOk="0" h="1087" w="4877">
                  <a:moveTo>
                    <a:pt x="4789" y="835"/>
                  </a:moveTo>
                  <a:cubicBezTo>
                    <a:pt x="4767" y="845"/>
                    <a:pt x="4680" y="857"/>
                    <a:pt x="4560" y="870"/>
                  </a:cubicBezTo>
                  <a:cubicBezTo>
                    <a:pt x="4374" y="888"/>
                    <a:pt x="4107" y="907"/>
                    <a:pt x="3876" y="922"/>
                  </a:cubicBezTo>
                  <a:cubicBezTo>
                    <a:pt x="3652" y="935"/>
                    <a:pt x="3461" y="944"/>
                    <a:pt x="3411" y="944"/>
                  </a:cubicBezTo>
                  <a:cubicBezTo>
                    <a:pt x="3391" y="943"/>
                    <a:pt x="3320" y="947"/>
                    <a:pt x="3211" y="952"/>
                  </a:cubicBezTo>
                  <a:cubicBezTo>
                    <a:pt x="3094" y="957"/>
                    <a:pt x="2935" y="965"/>
                    <a:pt x="2752" y="975"/>
                  </a:cubicBezTo>
                  <a:cubicBezTo>
                    <a:pt x="2585" y="984"/>
                    <a:pt x="2397" y="994"/>
                    <a:pt x="2204" y="1004"/>
                  </a:cubicBezTo>
                  <a:cubicBezTo>
                    <a:pt x="1988" y="1016"/>
                    <a:pt x="1765" y="1028"/>
                    <a:pt x="1554" y="1039"/>
                  </a:cubicBezTo>
                  <a:cubicBezTo>
                    <a:pt x="1294" y="1052"/>
                    <a:pt x="1051" y="1064"/>
                    <a:pt x="864" y="1073"/>
                  </a:cubicBezTo>
                  <a:cubicBezTo>
                    <a:pt x="665" y="1082"/>
                    <a:pt x="527" y="1087"/>
                    <a:pt x="493" y="1085"/>
                  </a:cubicBezTo>
                  <a:cubicBezTo>
                    <a:pt x="479" y="1085"/>
                    <a:pt x="464" y="1084"/>
                    <a:pt x="448" y="1083"/>
                  </a:cubicBezTo>
                  <a:cubicBezTo>
                    <a:pt x="272" y="1071"/>
                    <a:pt x="0" y="1040"/>
                    <a:pt x="13" y="963"/>
                  </a:cubicBezTo>
                  <a:cubicBezTo>
                    <a:pt x="20" y="923"/>
                    <a:pt x="150" y="809"/>
                    <a:pt x="388" y="666"/>
                  </a:cubicBezTo>
                  <a:cubicBezTo>
                    <a:pt x="609" y="533"/>
                    <a:pt x="924" y="376"/>
                    <a:pt x="1320" y="230"/>
                  </a:cubicBezTo>
                  <a:cubicBezTo>
                    <a:pt x="1371" y="211"/>
                    <a:pt x="1424" y="192"/>
                    <a:pt x="1478" y="174"/>
                  </a:cubicBezTo>
                  <a:cubicBezTo>
                    <a:pt x="1667" y="110"/>
                    <a:pt x="1883" y="67"/>
                    <a:pt x="2107" y="40"/>
                  </a:cubicBezTo>
                  <a:cubicBezTo>
                    <a:pt x="2208" y="28"/>
                    <a:pt x="2312" y="19"/>
                    <a:pt x="2415" y="13"/>
                  </a:cubicBezTo>
                  <a:cubicBezTo>
                    <a:pt x="2560" y="4"/>
                    <a:pt x="2704" y="0"/>
                    <a:pt x="2843" y="0"/>
                  </a:cubicBezTo>
                  <a:cubicBezTo>
                    <a:pt x="3231" y="0"/>
                    <a:pt x="3577" y="27"/>
                    <a:pt x="3777" y="47"/>
                  </a:cubicBezTo>
                  <a:cubicBezTo>
                    <a:pt x="3888" y="58"/>
                    <a:pt x="3954" y="67"/>
                    <a:pt x="3954" y="67"/>
                  </a:cubicBezTo>
                  <a:cubicBezTo>
                    <a:pt x="4077" y="94"/>
                    <a:pt x="4197" y="158"/>
                    <a:pt x="4305" y="235"/>
                  </a:cubicBezTo>
                  <a:cubicBezTo>
                    <a:pt x="4409" y="310"/>
                    <a:pt x="4503" y="398"/>
                    <a:pt x="4580" y="479"/>
                  </a:cubicBezTo>
                  <a:cubicBezTo>
                    <a:pt x="4698" y="602"/>
                    <a:pt x="4776" y="708"/>
                    <a:pt x="4790" y="723"/>
                  </a:cubicBezTo>
                  <a:cubicBezTo>
                    <a:pt x="4824" y="757"/>
                    <a:pt x="4877" y="792"/>
                    <a:pt x="4789" y="835"/>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5" name="Google Shape;1115;p28"/>
            <p:cNvSpPr/>
            <p:nvPr/>
          </p:nvSpPr>
          <p:spPr>
            <a:xfrm>
              <a:off x="3646" y="1132"/>
              <a:ext cx="346" cy="542"/>
            </a:xfrm>
            <a:custGeom>
              <a:rect b="b" l="l" r="r" t="t"/>
              <a:pathLst>
                <a:path extrusionOk="0" h="1004" w="640">
                  <a:moveTo>
                    <a:pt x="640" y="0"/>
                  </a:moveTo>
                  <a:cubicBezTo>
                    <a:pt x="548" y="975"/>
                    <a:pt x="548" y="975"/>
                    <a:pt x="548" y="975"/>
                  </a:cubicBezTo>
                  <a:cubicBezTo>
                    <a:pt x="381" y="984"/>
                    <a:pt x="193" y="994"/>
                    <a:pt x="0" y="1004"/>
                  </a:cubicBezTo>
                  <a:cubicBezTo>
                    <a:pt x="211" y="13"/>
                    <a:pt x="211" y="13"/>
                    <a:pt x="211" y="13"/>
                  </a:cubicBezTo>
                  <a:cubicBezTo>
                    <a:pt x="356" y="4"/>
                    <a:pt x="500" y="0"/>
                    <a:pt x="640"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6" name="Google Shape;1116;p28"/>
            <p:cNvSpPr/>
            <p:nvPr/>
          </p:nvSpPr>
          <p:spPr>
            <a:xfrm>
              <a:off x="881" y="1778"/>
              <a:ext cx="611" cy="254"/>
            </a:xfrm>
            <a:custGeom>
              <a:rect b="b" l="l" r="r" t="t"/>
              <a:pathLst>
                <a:path extrusionOk="0" h="470" w="1132">
                  <a:moveTo>
                    <a:pt x="928" y="0"/>
                  </a:moveTo>
                  <a:cubicBezTo>
                    <a:pt x="928" y="0"/>
                    <a:pt x="186" y="121"/>
                    <a:pt x="93" y="296"/>
                  </a:cubicBezTo>
                  <a:cubicBezTo>
                    <a:pt x="0" y="470"/>
                    <a:pt x="163" y="410"/>
                    <a:pt x="163" y="410"/>
                  </a:cubicBezTo>
                  <a:cubicBezTo>
                    <a:pt x="473" y="355"/>
                    <a:pt x="473" y="355"/>
                    <a:pt x="473" y="355"/>
                  </a:cubicBezTo>
                  <a:cubicBezTo>
                    <a:pt x="496" y="268"/>
                    <a:pt x="496" y="268"/>
                    <a:pt x="496" y="268"/>
                  </a:cubicBezTo>
                  <a:cubicBezTo>
                    <a:pt x="496" y="268"/>
                    <a:pt x="1132" y="35"/>
                    <a:pt x="928"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7" name="Google Shape;1117;p28"/>
            <p:cNvSpPr/>
            <p:nvPr/>
          </p:nvSpPr>
          <p:spPr>
            <a:xfrm>
              <a:off x="748" y="2130"/>
              <a:ext cx="167" cy="347"/>
            </a:xfrm>
            <a:custGeom>
              <a:rect b="b" l="l" r="r" t="t"/>
              <a:pathLst>
                <a:path extrusionOk="0" h="642" w="309">
                  <a:moveTo>
                    <a:pt x="278" y="554"/>
                  </a:moveTo>
                  <a:cubicBezTo>
                    <a:pt x="265" y="588"/>
                    <a:pt x="228" y="618"/>
                    <a:pt x="189" y="642"/>
                  </a:cubicBezTo>
                  <a:cubicBezTo>
                    <a:pt x="59" y="482"/>
                    <a:pt x="0" y="263"/>
                    <a:pt x="6" y="33"/>
                  </a:cubicBezTo>
                  <a:cubicBezTo>
                    <a:pt x="98" y="14"/>
                    <a:pt x="227" y="0"/>
                    <a:pt x="253" y="62"/>
                  </a:cubicBezTo>
                  <a:cubicBezTo>
                    <a:pt x="296" y="159"/>
                    <a:pt x="309" y="472"/>
                    <a:pt x="278" y="55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8" name="Google Shape;1118;p28"/>
            <p:cNvSpPr/>
            <p:nvPr/>
          </p:nvSpPr>
          <p:spPr>
            <a:xfrm>
              <a:off x="4918" y="1391"/>
              <a:ext cx="172" cy="211"/>
            </a:xfrm>
            <a:custGeom>
              <a:rect b="b" l="l" r="r" t="t"/>
              <a:pathLst>
                <a:path extrusionOk="0" h="391" w="318">
                  <a:moveTo>
                    <a:pt x="229" y="356"/>
                  </a:moveTo>
                  <a:cubicBezTo>
                    <a:pt x="207" y="366"/>
                    <a:pt x="121" y="378"/>
                    <a:pt x="0" y="391"/>
                  </a:cubicBezTo>
                  <a:cubicBezTo>
                    <a:pt x="20" y="0"/>
                    <a:pt x="20" y="0"/>
                    <a:pt x="20" y="0"/>
                  </a:cubicBezTo>
                  <a:cubicBezTo>
                    <a:pt x="138" y="123"/>
                    <a:pt x="216" y="229"/>
                    <a:pt x="230" y="244"/>
                  </a:cubicBezTo>
                  <a:cubicBezTo>
                    <a:pt x="264" y="278"/>
                    <a:pt x="318" y="313"/>
                    <a:pt x="229" y="356"/>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19" name="Google Shape;1119;p28"/>
            <p:cNvSpPr/>
            <p:nvPr/>
          </p:nvSpPr>
          <p:spPr>
            <a:xfrm>
              <a:off x="3426" y="1772"/>
              <a:ext cx="219" cy="66"/>
            </a:xfrm>
            <a:custGeom>
              <a:rect b="b" l="l" r="r" t="t"/>
              <a:pathLst>
                <a:path extrusionOk="0" h="121" w="406">
                  <a:moveTo>
                    <a:pt x="405" y="63"/>
                  </a:moveTo>
                  <a:cubicBezTo>
                    <a:pt x="405" y="96"/>
                    <a:pt x="314" y="121"/>
                    <a:pt x="202" y="120"/>
                  </a:cubicBezTo>
                  <a:cubicBezTo>
                    <a:pt x="90" y="118"/>
                    <a:pt x="0" y="91"/>
                    <a:pt x="1" y="58"/>
                  </a:cubicBezTo>
                  <a:cubicBezTo>
                    <a:pt x="1" y="25"/>
                    <a:pt x="92" y="0"/>
                    <a:pt x="204" y="1"/>
                  </a:cubicBezTo>
                  <a:cubicBezTo>
                    <a:pt x="315" y="2"/>
                    <a:pt x="406" y="30"/>
                    <a:pt x="405" y="63"/>
                  </a:cubicBezTo>
                  <a:close/>
                </a:path>
              </a:pathLst>
            </a:custGeom>
            <a:solidFill>
              <a:srgbClr val="004355">
                <a:alpha val="2784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0" name="Google Shape;1120;p28"/>
            <p:cNvSpPr/>
            <p:nvPr/>
          </p:nvSpPr>
          <p:spPr>
            <a:xfrm>
              <a:off x="4618" y="1722"/>
              <a:ext cx="219" cy="65"/>
            </a:xfrm>
            <a:custGeom>
              <a:rect b="b" l="l" r="r" t="t"/>
              <a:pathLst>
                <a:path extrusionOk="0" h="121" w="406">
                  <a:moveTo>
                    <a:pt x="405" y="63"/>
                  </a:moveTo>
                  <a:cubicBezTo>
                    <a:pt x="405" y="96"/>
                    <a:pt x="314" y="121"/>
                    <a:pt x="202" y="120"/>
                  </a:cubicBezTo>
                  <a:cubicBezTo>
                    <a:pt x="90" y="119"/>
                    <a:pt x="0" y="91"/>
                    <a:pt x="1" y="58"/>
                  </a:cubicBezTo>
                  <a:cubicBezTo>
                    <a:pt x="1" y="25"/>
                    <a:pt x="92" y="0"/>
                    <a:pt x="204" y="1"/>
                  </a:cubicBezTo>
                  <a:cubicBezTo>
                    <a:pt x="315" y="3"/>
                    <a:pt x="406" y="30"/>
                    <a:pt x="405" y="63"/>
                  </a:cubicBezTo>
                  <a:close/>
                </a:path>
              </a:pathLst>
            </a:custGeom>
            <a:solidFill>
              <a:srgbClr val="004355">
                <a:alpha val="2784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1" name="Google Shape;1121;p28"/>
            <p:cNvSpPr/>
            <p:nvPr/>
          </p:nvSpPr>
          <p:spPr>
            <a:xfrm>
              <a:off x="2457" y="1492"/>
              <a:ext cx="241" cy="225"/>
            </a:xfrm>
            <a:custGeom>
              <a:rect b="b" l="l" r="r" t="t"/>
              <a:pathLst>
                <a:path extrusionOk="0" h="417" w="447">
                  <a:moveTo>
                    <a:pt x="447" y="417"/>
                  </a:moveTo>
                  <a:cubicBezTo>
                    <a:pt x="271" y="405"/>
                    <a:pt x="0" y="374"/>
                    <a:pt x="12" y="297"/>
                  </a:cubicBezTo>
                  <a:cubicBezTo>
                    <a:pt x="19" y="257"/>
                    <a:pt x="149" y="143"/>
                    <a:pt x="387" y="0"/>
                  </a:cubicBezTo>
                  <a:lnTo>
                    <a:pt x="447" y="417"/>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2" name="Google Shape;1122;p28"/>
            <p:cNvSpPr/>
            <p:nvPr/>
          </p:nvSpPr>
          <p:spPr>
            <a:xfrm>
              <a:off x="2556" y="1473"/>
              <a:ext cx="316" cy="216"/>
            </a:xfrm>
            <a:custGeom>
              <a:rect b="b" l="l" r="r" t="t"/>
              <a:pathLst>
                <a:path extrusionOk="0" h="400" w="586">
                  <a:moveTo>
                    <a:pt x="419" y="27"/>
                  </a:moveTo>
                  <a:cubicBezTo>
                    <a:pt x="419" y="27"/>
                    <a:pt x="339" y="0"/>
                    <a:pt x="206" y="98"/>
                  </a:cubicBezTo>
                  <a:cubicBezTo>
                    <a:pt x="74" y="196"/>
                    <a:pt x="0" y="281"/>
                    <a:pt x="28" y="330"/>
                  </a:cubicBezTo>
                  <a:cubicBezTo>
                    <a:pt x="57" y="379"/>
                    <a:pt x="181" y="400"/>
                    <a:pt x="257" y="393"/>
                  </a:cubicBezTo>
                  <a:cubicBezTo>
                    <a:pt x="332" y="387"/>
                    <a:pt x="396" y="370"/>
                    <a:pt x="435" y="334"/>
                  </a:cubicBezTo>
                  <a:cubicBezTo>
                    <a:pt x="475" y="298"/>
                    <a:pt x="586" y="105"/>
                    <a:pt x="419" y="27"/>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3" name="Google Shape;1123;p28"/>
            <p:cNvSpPr/>
            <p:nvPr/>
          </p:nvSpPr>
          <p:spPr>
            <a:xfrm>
              <a:off x="2923" y="1154"/>
              <a:ext cx="671" cy="558"/>
            </a:xfrm>
            <a:custGeom>
              <a:rect b="b" l="l" r="r" t="t"/>
              <a:pathLst>
                <a:path extrusionOk="0" h="1033" w="1243">
                  <a:moveTo>
                    <a:pt x="1243" y="0"/>
                  </a:moveTo>
                  <a:cubicBezTo>
                    <a:pt x="1019" y="27"/>
                    <a:pt x="803" y="70"/>
                    <a:pt x="614" y="134"/>
                  </a:cubicBezTo>
                  <a:cubicBezTo>
                    <a:pt x="560" y="152"/>
                    <a:pt x="507" y="171"/>
                    <a:pt x="456" y="190"/>
                  </a:cubicBezTo>
                  <a:cubicBezTo>
                    <a:pt x="456" y="190"/>
                    <a:pt x="456" y="190"/>
                    <a:pt x="456" y="190"/>
                  </a:cubicBezTo>
                  <a:cubicBezTo>
                    <a:pt x="4" y="1007"/>
                    <a:pt x="4" y="1007"/>
                    <a:pt x="4" y="1007"/>
                  </a:cubicBezTo>
                  <a:cubicBezTo>
                    <a:pt x="4" y="1007"/>
                    <a:pt x="4" y="1007"/>
                    <a:pt x="4" y="1007"/>
                  </a:cubicBezTo>
                  <a:cubicBezTo>
                    <a:pt x="2" y="1016"/>
                    <a:pt x="1" y="1025"/>
                    <a:pt x="0" y="1033"/>
                  </a:cubicBezTo>
                  <a:cubicBezTo>
                    <a:pt x="187" y="1024"/>
                    <a:pt x="430" y="1012"/>
                    <a:pt x="690" y="999"/>
                  </a:cubicBezTo>
                  <a:cubicBezTo>
                    <a:pt x="1243" y="0"/>
                    <a:pt x="1243" y="0"/>
                    <a:pt x="1243"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24" name="Google Shape;1124;p28"/>
            <p:cNvSpPr/>
            <p:nvPr/>
          </p:nvSpPr>
          <p:spPr>
            <a:xfrm>
              <a:off x="4190" y="1157"/>
              <a:ext cx="591" cy="489"/>
            </a:xfrm>
            <a:custGeom>
              <a:rect b="b" l="l" r="r" t="t"/>
              <a:pathLst>
                <a:path extrusionOk="0" h="905" w="1094">
                  <a:moveTo>
                    <a:pt x="566" y="0"/>
                  </a:moveTo>
                  <a:cubicBezTo>
                    <a:pt x="0" y="905"/>
                    <a:pt x="0" y="905"/>
                    <a:pt x="0" y="905"/>
                  </a:cubicBezTo>
                  <a:cubicBezTo>
                    <a:pt x="105" y="900"/>
                    <a:pt x="175" y="897"/>
                    <a:pt x="198" y="897"/>
                  </a:cubicBezTo>
                  <a:cubicBezTo>
                    <a:pt x="198" y="897"/>
                    <a:pt x="199" y="897"/>
                    <a:pt x="200" y="897"/>
                  </a:cubicBezTo>
                  <a:cubicBezTo>
                    <a:pt x="201" y="897"/>
                    <a:pt x="203" y="897"/>
                    <a:pt x="205" y="897"/>
                  </a:cubicBezTo>
                  <a:cubicBezTo>
                    <a:pt x="262" y="897"/>
                    <a:pt x="448" y="888"/>
                    <a:pt x="665" y="875"/>
                  </a:cubicBezTo>
                  <a:cubicBezTo>
                    <a:pt x="1094" y="188"/>
                    <a:pt x="1094" y="188"/>
                    <a:pt x="1094" y="188"/>
                  </a:cubicBezTo>
                  <a:cubicBezTo>
                    <a:pt x="986" y="111"/>
                    <a:pt x="866" y="47"/>
                    <a:pt x="743" y="20"/>
                  </a:cubicBezTo>
                  <a:cubicBezTo>
                    <a:pt x="743" y="20"/>
                    <a:pt x="677" y="11"/>
                    <a:pt x="566" y="0"/>
                  </a:cubicBezTo>
                  <a:cubicBezTo>
                    <a:pt x="566" y="0"/>
                    <a:pt x="566" y="0"/>
                    <a:pt x="566"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8" name="Shape 1128"/>
        <p:cNvGrpSpPr/>
        <p:nvPr/>
      </p:nvGrpSpPr>
      <p:grpSpPr>
        <a:xfrm>
          <a:off x="0" y="0"/>
          <a:ext cx="0" cy="0"/>
          <a:chOff x="0" y="0"/>
          <a:chExt cx="0" cy="0"/>
        </a:xfrm>
      </p:grpSpPr>
      <p:pic>
        <p:nvPicPr>
          <p:cNvPr id="1129" name="Google Shape;1129;p29"/>
          <p:cNvPicPr preferRelativeResize="0"/>
          <p:nvPr/>
        </p:nvPicPr>
        <p:blipFill>
          <a:blip r:embed="rId3">
            <a:alphaModFix/>
          </a:blip>
          <a:stretch>
            <a:fillRect/>
          </a:stretch>
        </p:blipFill>
        <p:spPr>
          <a:xfrm>
            <a:off x="2719975" y="0"/>
            <a:ext cx="3704051" cy="5143499"/>
          </a:xfrm>
          <a:prstGeom prst="rect">
            <a:avLst/>
          </a:prstGeom>
          <a:noFill/>
          <a:ln cap="flat" cmpd="sng" w="9525">
            <a:solidFill>
              <a:srgbClr val="595959"/>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33" name="Shape 1133"/>
        <p:cNvGrpSpPr/>
        <p:nvPr/>
      </p:nvGrpSpPr>
      <p:grpSpPr>
        <a:xfrm>
          <a:off x="0" y="0"/>
          <a:ext cx="0" cy="0"/>
          <a:chOff x="0" y="0"/>
          <a:chExt cx="0" cy="0"/>
        </a:xfrm>
      </p:grpSpPr>
      <p:sp>
        <p:nvSpPr>
          <p:cNvPr id="1134" name="Google Shape;1134;p30"/>
          <p:cNvSpPr txBox="1"/>
          <p:nvPr>
            <p:ph type="title"/>
          </p:nvPr>
        </p:nvSpPr>
        <p:spPr>
          <a:xfrm>
            <a:off x="720000" y="360550"/>
            <a:ext cx="7704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Table of contents</a:t>
            </a:r>
            <a:endParaRPr/>
          </a:p>
        </p:txBody>
      </p:sp>
      <p:sp>
        <p:nvSpPr>
          <p:cNvPr id="1135" name="Google Shape;1135;p30"/>
          <p:cNvSpPr txBox="1"/>
          <p:nvPr>
            <p:ph idx="2" type="title"/>
          </p:nvPr>
        </p:nvSpPr>
        <p:spPr>
          <a:xfrm>
            <a:off x="908025" y="1053875"/>
            <a:ext cx="22623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01</a:t>
            </a:r>
            <a:r>
              <a:rPr lang="en" sz="1500"/>
              <a:t> - Introduction</a:t>
            </a:r>
            <a:endParaRPr sz="1500"/>
          </a:p>
        </p:txBody>
      </p:sp>
      <p:sp>
        <p:nvSpPr>
          <p:cNvPr id="1136" name="Google Shape;1136;p30"/>
          <p:cNvSpPr txBox="1"/>
          <p:nvPr>
            <p:ph idx="3" type="title"/>
          </p:nvPr>
        </p:nvSpPr>
        <p:spPr>
          <a:xfrm>
            <a:off x="908025" y="2546225"/>
            <a:ext cx="61344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04 - </a:t>
            </a:r>
            <a:r>
              <a:rPr lang="en" sz="1500"/>
              <a:t>Methodology or workflow of the project (System Design)</a:t>
            </a:r>
            <a:endParaRPr sz="2000"/>
          </a:p>
        </p:txBody>
      </p:sp>
      <p:sp>
        <p:nvSpPr>
          <p:cNvPr id="1137" name="Google Shape;1137;p30"/>
          <p:cNvSpPr txBox="1"/>
          <p:nvPr>
            <p:ph idx="4" type="title"/>
          </p:nvPr>
        </p:nvSpPr>
        <p:spPr>
          <a:xfrm>
            <a:off x="908025" y="1551325"/>
            <a:ext cx="26202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02 - </a:t>
            </a:r>
            <a:r>
              <a:rPr lang="en" sz="1500"/>
              <a:t>Background Study </a:t>
            </a:r>
            <a:endParaRPr sz="2000"/>
          </a:p>
        </p:txBody>
      </p:sp>
      <p:sp>
        <p:nvSpPr>
          <p:cNvPr id="1138" name="Google Shape;1138;p30"/>
          <p:cNvSpPr txBox="1"/>
          <p:nvPr>
            <p:ph idx="5" type="title"/>
          </p:nvPr>
        </p:nvSpPr>
        <p:spPr>
          <a:xfrm>
            <a:off x="908025" y="3043675"/>
            <a:ext cx="31635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05 - </a:t>
            </a:r>
            <a:r>
              <a:rPr lang="en" sz="1500"/>
              <a:t>Technology used</a:t>
            </a:r>
            <a:endParaRPr sz="2000"/>
          </a:p>
        </p:txBody>
      </p:sp>
      <p:sp>
        <p:nvSpPr>
          <p:cNvPr id="1139" name="Google Shape;1139;p30"/>
          <p:cNvSpPr txBox="1"/>
          <p:nvPr>
            <p:ph idx="6" type="title"/>
          </p:nvPr>
        </p:nvSpPr>
        <p:spPr>
          <a:xfrm>
            <a:off x="908025" y="2048775"/>
            <a:ext cx="31635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03 </a:t>
            </a:r>
            <a:r>
              <a:rPr lang="en" sz="1500"/>
              <a:t>- </a:t>
            </a:r>
            <a:r>
              <a:rPr lang="en" sz="1500"/>
              <a:t>Objective of the project </a:t>
            </a:r>
            <a:endParaRPr sz="1500"/>
          </a:p>
        </p:txBody>
      </p:sp>
      <p:sp>
        <p:nvSpPr>
          <p:cNvPr id="1140" name="Google Shape;1140;p30"/>
          <p:cNvSpPr txBox="1"/>
          <p:nvPr>
            <p:ph idx="7" type="title"/>
          </p:nvPr>
        </p:nvSpPr>
        <p:spPr>
          <a:xfrm>
            <a:off x="908025" y="3541125"/>
            <a:ext cx="3163500" cy="447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000"/>
              <a:buNone/>
            </a:pPr>
            <a:r>
              <a:rPr lang="en" sz="2000"/>
              <a:t>06 - </a:t>
            </a:r>
            <a:r>
              <a:rPr lang="en" sz="1500"/>
              <a:t>Implementation </a:t>
            </a:r>
            <a:endParaRPr sz="2000"/>
          </a:p>
        </p:txBody>
      </p:sp>
      <p:sp>
        <p:nvSpPr>
          <p:cNvPr id="1141" name="Google Shape;1141;p30"/>
          <p:cNvSpPr txBox="1"/>
          <p:nvPr/>
        </p:nvSpPr>
        <p:spPr>
          <a:xfrm>
            <a:off x="908025" y="3988725"/>
            <a:ext cx="4297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000">
                <a:solidFill>
                  <a:schemeClr val="dk1"/>
                </a:solidFill>
                <a:latin typeface="Wix Madefor Display"/>
                <a:ea typeface="Wix Madefor Display"/>
                <a:cs typeface="Wix Madefor Display"/>
                <a:sym typeface="Wix Madefor Display"/>
              </a:rPr>
              <a:t>07 - </a:t>
            </a:r>
            <a:r>
              <a:rPr lang="en" sz="1500">
                <a:solidFill>
                  <a:schemeClr val="dk1"/>
                </a:solidFill>
                <a:latin typeface="Wix Madefor Display ExtraBold"/>
                <a:ea typeface="Wix Madefor Display ExtraBold"/>
                <a:cs typeface="Wix Madefor Display ExtraBold"/>
                <a:sym typeface="Wix Madefor Display ExtraBold"/>
              </a:rPr>
              <a:t>Conclusion and Future Directions</a:t>
            </a:r>
            <a:r>
              <a:rPr lang="en" sz="1500">
                <a:solidFill>
                  <a:srgbClr val="595959"/>
                </a:solidFill>
                <a:latin typeface="Wix Madefor Display ExtraBold"/>
                <a:ea typeface="Wix Madefor Display ExtraBold"/>
                <a:cs typeface="Wix Madefor Display ExtraBold"/>
                <a:sym typeface="Wix Madefor Display ExtraBold"/>
              </a:rPr>
              <a:t> </a:t>
            </a:r>
            <a:endParaRPr b="1" sz="2000">
              <a:solidFill>
                <a:schemeClr val="dk1"/>
              </a:solidFill>
              <a:latin typeface="Wix Madefor Display"/>
              <a:ea typeface="Wix Madefor Display"/>
              <a:cs typeface="Wix Madefor Display"/>
              <a:sym typeface="Wix Madefor Display"/>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5" name="Shape 1145"/>
        <p:cNvGrpSpPr/>
        <p:nvPr/>
      </p:nvGrpSpPr>
      <p:grpSpPr>
        <a:xfrm>
          <a:off x="0" y="0"/>
          <a:ext cx="0" cy="0"/>
          <a:chOff x="0" y="0"/>
          <a:chExt cx="0" cy="0"/>
        </a:xfrm>
      </p:grpSpPr>
      <p:sp>
        <p:nvSpPr>
          <p:cNvPr id="1146" name="Google Shape;1146;p31"/>
          <p:cNvSpPr txBox="1"/>
          <p:nvPr>
            <p:ph type="title"/>
          </p:nvPr>
        </p:nvSpPr>
        <p:spPr>
          <a:xfrm>
            <a:off x="824675" y="235700"/>
            <a:ext cx="3525600" cy="1075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6000"/>
              <a:buNone/>
            </a:pPr>
            <a:r>
              <a:rPr lang="en" sz="3000"/>
              <a:t>01</a:t>
            </a:r>
            <a:endParaRPr sz="3000"/>
          </a:p>
          <a:p>
            <a:pPr indent="0" lvl="0" marL="0" rtl="0" algn="l">
              <a:spcBef>
                <a:spcPts val="0"/>
              </a:spcBef>
              <a:spcAft>
                <a:spcPts val="0"/>
              </a:spcAft>
              <a:buClr>
                <a:srgbClr val="000000"/>
              </a:buClr>
              <a:buSzPts val="5000"/>
              <a:buFont typeface="Arial"/>
              <a:buNone/>
            </a:pPr>
            <a:r>
              <a:rPr lang="en" sz="3000"/>
              <a:t>INTRODUCTION</a:t>
            </a:r>
            <a:endParaRPr sz="3000"/>
          </a:p>
        </p:txBody>
      </p:sp>
      <p:sp>
        <p:nvSpPr>
          <p:cNvPr id="1147" name="Google Shape;1147;p31"/>
          <p:cNvSpPr txBox="1"/>
          <p:nvPr>
            <p:ph idx="1" type="body"/>
          </p:nvPr>
        </p:nvSpPr>
        <p:spPr>
          <a:xfrm>
            <a:off x="479650" y="1310900"/>
            <a:ext cx="4464600" cy="3486300"/>
          </a:xfrm>
          <a:prstGeom prst="rect">
            <a:avLst/>
          </a:prstGeom>
          <a:noFill/>
          <a:ln>
            <a:noFill/>
          </a:ln>
        </p:spPr>
        <p:txBody>
          <a:bodyPr anchorCtr="0" anchor="t" bIns="91425" lIns="91425" spcFirstLastPara="1" rIns="91425" wrap="square" tIns="91425">
            <a:noAutofit/>
          </a:bodyPr>
          <a:lstStyle/>
          <a:p>
            <a:pPr indent="-304800" lvl="0" marL="457200" rtl="0" algn="just">
              <a:lnSpc>
                <a:spcPct val="100000"/>
              </a:lnSpc>
              <a:spcBef>
                <a:spcPts val="0"/>
              </a:spcBef>
              <a:spcAft>
                <a:spcPts val="0"/>
              </a:spcAft>
              <a:buSzPts val="1200"/>
              <a:buFont typeface="Arial"/>
              <a:buChar char="●"/>
            </a:pPr>
            <a:r>
              <a:rPr b="1" lang="en">
                <a:latin typeface="Arial"/>
                <a:ea typeface="Arial"/>
                <a:cs typeface="Arial"/>
                <a:sym typeface="Arial"/>
              </a:rPr>
              <a:t>Our project Advanced car price prediction model is designed to make selling a used car a smooth and transparent experience.  We start with a user-friendly website where users can simply enter information about their used car.  Our powerful machine learning model will then analyze this data and provide them with an initial estimated price for their vehicle. </a:t>
            </a:r>
            <a:endParaRPr b="1">
              <a:latin typeface="Arial"/>
              <a:ea typeface="Arial"/>
              <a:cs typeface="Arial"/>
              <a:sym typeface="Arial"/>
            </a:endParaRPr>
          </a:p>
          <a:p>
            <a:pPr indent="0" lvl="0" marL="457200" rtl="0" algn="just">
              <a:lnSpc>
                <a:spcPct val="100000"/>
              </a:lnSpc>
              <a:spcBef>
                <a:spcPts val="1200"/>
              </a:spcBef>
              <a:spcAft>
                <a:spcPts val="0"/>
              </a:spcAft>
              <a:buNone/>
            </a:pPr>
            <a:r>
              <a:t/>
            </a:r>
            <a:endParaRPr b="1">
              <a:latin typeface="Arial"/>
              <a:ea typeface="Arial"/>
              <a:cs typeface="Arial"/>
              <a:sym typeface="Arial"/>
            </a:endParaRPr>
          </a:p>
          <a:p>
            <a:pPr indent="-304800" lvl="0" marL="457200" rtl="0" algn="just">
              <a:lnSpc>
                <a:spcPct val="100000"/>
              </a:lnSpc>
              <a:spcBef>
                <a:spcPts val="1200"/>
              </a:spcBef>
              <a:spcAft>
                <a:spcPts val="0"/>
              </a:spcAft>
              <a:buSzPts val="1200"/>
              <a:buFont typeface="Arial"/>
              <a:buChar char="●"/>
            </a:pPr>
            <a:r>
              <a:rPr b="1" lang="en">
                <a:latin typeface="Arial"/>
                <a:ea typeface="Arial"/>
                <a:cs typeface="Arial"/>
                <a:sym typeface="Arial"/>
              </a:rPr>
              <a:t>Additionally we also offer an optional damage detection system. Users can upload images of their car, and our object detection model will identify and assess any damage it finds and this analysis will be factored into the final price. Our ultimate goal is to transform the used car market by bringing transparency, fairness, and efficiency to the entire process, benefiting both buyers and sellers.</a:t>
            </a:r>
            <a:endParaRPr b="1">
              <a:latin typeface="Arial"/>
              <a:ea typeface="Arial"/>
              <a:cs typeface="Arial"/>
              <a:sym typeface="Arial"/>
            </a:endParaRPr>
          </a:p>
          <a:p>
            <a:pPr indent="0" lvl="0" marL="457200" rtl="0" algn="just">
              <a:lnSpc>
                <a:spcPct val="100000"/>
              </a:lnSpc>
              <a:spcBef>
                <a:spcPts val="1200"/>
              </a:spcBef>
              <a:spcAft>
                <a:spcPts val="1000"/>
              </a:spcAft>
              <a:buNone/>
            </a:pPr>
            <a:r>
              <a:t/>
            </a:r>
            <a:endParaRPr/>
          </a:p>
        </p:txBody>
      </p:sp>
      <p:pic>
        <p:nvPicPr>
          <p:cNvPr id="1148" name="Google Shape;1148;p31"/>
          <p:cNvPicPr preferRelativeResize="0"/>
          <p:nvPr/>
        </p:nvPicPr>
        <p:blipFill>
          <a:blip r:embed="rId3">
            <a:alphaModFix/>
          </a:blip>
          <a:stretch>
            <a:fillRect/>
          </a:stretch>
        </p:blipFill>
        <p:spPr>
          <a:xfrm>
            <a:off x="5116800" y="0"/>
            <a:ext cx="4027201" cy="5034002"/>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32"/>
          <p:cNvSpPr txBox="1"/>
          <p:nvPr>
            <p:ph type="title"/>
          </p:nvPr>
        </p:nvSpPr>
        <p:spPr>
          <a:xfrm>
            <a:off x="777950" y="160875"/>
            <a:ext cx="4443300" cy="12615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None/>
            </a:pPr>
            <a:r>
              <a:t/>
            </a:r>
            <a:endParaRPr sz="3000"/>
          </a:p>
          <a:p>
            <a:pPr indent="0" lvl="0" marL="0" rtl="0" algn="l">
              <a:spcBef>
                <a:spcPts val="1200"/>
              </a:spcBef>
              <a:spcAft>
                <a:spcPts val="0"/>
              </a:spcAft>
              <a:buNone/>
            </a:pPr>
            <a:r>
              <a:rPr lang="en" sz="3000"/>
              <a:t>02</a:t>
            </a:r>
            <a:endParaRPr sz="3000"/>
          </a:p>
          <a:p>
            <a:pPr indent="0" lvl="0" marL="0" rtl="0" algn="l">
              <a:spcBef>
                <a:spcPts val="0"/>
              </a:spcBef>
              <a:spcAft>
                <a:spcPts val="0"/>
              </a:spcAft>
              <a:buNone/>
            </a:pPr>
            <a:r>
              <a:rPr lang="en" sz="3000"/>
              <a:t>Background Study </a:t>
            </a:r>
            <a:endParaRPr sz="3000"/>
          </a:p>
        </p:txBody>
      </p:sp>
      <p:sp>
        <p:nvSpPr>
          <p:cNvPr id="1154" name="Google Shape;1154;p32"/>
          <p:cNvSpPr txBox="1"/>
          <p:nvPr>
            <p:ph idx="1" type="subTitle"/>
          </p:nvPr>
        </p:nvSpPr>
        <p:spPr>
          <a:xfrm>
            <a:off x="385225" y="1176875"/>
            <a:ext cx="5778600" cy="3695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sz="1400">
              <a:solidFill>
                <a:srgbClr val="595959"/>
              </a:solidFill>
              <a:latin typeface="Arial"/>
              <a:ea typeface="Arial"/>
              <a:cs typeface="Arial"/>
              <a:sym typeface="Arial"/>
            </a:endParaRPr>
          </a:p>
          <a:p>
            <a:pPr indent="-304800" lvl="0" marL="457200" rtl="0" algn="just">
              <a:lnSpc>
                <a:spcPct val="150000"/>
              </a:lnSpc>
              <a:spcBef>
                <a:spcPts val="1200"/>
              </a:spcBef>
              <a:spcAft>
                <a:spcPts val="0"/>
              </a:spcAft>
              <a:buClr>
                <a:schemeClr val="dk1"/>
              </a:buClr>
              <a:buSzPts val="1200"/>
              <a:buFont typeface="Arial"/>
              <a:buChar char="●"/>
            </a:pPr>
            <a:r>
              <a:rPr b="1" lang="en" sz="1200">
                <a:latin typeface="Arial"/>
                <a:ea typeface="Arial"/>
                <a:cs typeface="Arial"/>
                <a:sym typeface="Arial"/>
              </a:rPr>
              <a:t>The background study for a used car valuation system with damage detection dives deep into the complexities of the used car market. This research examines factors that significantly affect a car's value, such as the make, model, year, mileage, and overall condition. It also explores the challenges faced by both buyers and sellers in this market.  For buyers, a major concern is uncertainty surrounding the true value of a used car, potentially leading to overpaying or missing out on good deals. Additionally, hidden damage can be a significant risk, impacting the car's functionality and resale value. Sellers, on the other hand, often struggle to obtain reliable valuations for their vehicles, making it difficult to set a competitive asking price.</a:t>
            </a:r>
            <a:endParaRPr b="1" sz="1200">
              <a:latin typeface="Arial"/>
              <a:ea typeface="Arial"/>
              <a:cs typeface="Arial"/>
              <a:sym typeface="Arial"/>
            </a:endParaRPr>
          </a:p>
          <a:p>
            <a:pPr indent="0" lvl="0" marL="0" rtl="0" algn="l">
              <a:lnSpc>
                <a:spcPct val="100000"/>
              </a:lnSpc>
              <a:spcBef>
                <a:spcPts val="1200"/>
              </a:spcBef>
              <a:spcAft>
                <a:spcPts val="0"/>
              </a:spcAft>
              <a:buSzPts val="1600"/>
              <a:buNone/>
            </a:pPr>
            <a:r>
              <a:t/>
            </a:r>
            <a:endParaRPr/>
          </a:p>
        </p:txBody>
      </p:sp>
      <p:grpSp>
        <p:nvGrpSpPr>
          <p:cNvPr id="1155" name="Google Shape;1155;p32"/>
          <p:cNvGrpSpPr/>
          <p:nvPr/>
        </p:nvGrpSpPr>
        <p:grpSpPr>
          <a:xfrm>
            <a:off x="6443357" y="2040523"/>
            <a:ext cx="2395334" cy="1831857"/>
            <a:chOff x="5541006" y="1718210"/>
            <a:chExt cx="2602210" cy="2027063"/>
          </a:xfrm>
        </p:grpSpPr>
        <p:grpSp>
          <p:nvGrpSpPr>
            <p:cNvPr id="1156" name="Google Shape;1156;p32"/>
            <p:cNvGrpSpPr/>
            <p:nvPr/>
          </p:nvGrpSpPr>
          <p:grpSpPr>
            <a:xfrm>
              <a:off x="5557125" y="1718210"/>
              <a:ext cx="2569964" cy="1713864"/>
              <a:chOff x="5325825" y="2894635"/>
              <a:chExt cx="2569964" cy="1713864"/>
            </a:xfrm>
          </p:grpSpPr>
          <p:sp>
            <p:nvSpPr>
              <p:cNvPr id="1157" name="Google Shape;1157;p32"/>
              <p:cNvSpPr/>
              <p:nvPr/>
            </p:nvSpPr>
            <p:spPr>
              <a:xfrm>
                <a:off x="5360183" y="4166805"/>
                <a:ext cx="296146" cy="441694"/>
              </a:xfrm>
              <a:custGeom>
                <a:rect b="b" l="l" r="r" t="t"/>
                <a:pathLst>
                  <a:path extrusionOk="0" h="1399" w="938">
                    <a:moveTo>
                      <a:pt x="354" y="1399"/>
                    </a:moveTo>
                    <a:cubicBezTo>
                      <a:pt x="584" y="1399"/>
                      <a:pt x="584" y="1399"/>
                      <a:pt x="584" y="1399"/>
                    </a:cubicBezTo>
                    <a:cubicBezTo>
                      <a:pt x="779" y="1399"/>
                      <a:pt x="938" y="1240"/>
                      <a:pt x="938" y="1044"/>
                    </a:cubicBezTo>
                    <a:cubicBezTo>
                      <a:pt x="938" y="0"/>
                      <a:pt x="938" y="0"/>
                      <a:pt x="938" y="0"/>
                    </a:cubicBezTo>
                    <a:cubicBezTo>
                      <a:pt x="0" y="0"/>
                      <a:pt x="0" y="0"/>
                      <a:pt x="0" y="0"/>
                    </a:cubicBezTo>
                    <a:cubicBezTo>
                      <a:pt x="0" y="1044"/>
                      <a:pt x="0" y="1044"/>
                      <a:pt x="0" y="1044"/>
                    </a:cubicBezTo>
                    <a:cubicBezTo>
                      <a:pt x="0" y="1240"/>
                      <a:pt x="158" y="1399"/>
                      <a:pt x="354" y="139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8" name="Google Shape;1158;p32"/>
              <p:cNvSpPr/>
              <p:nvPr/>
            </p:nvSpPr>
            <p:spPr>
              <a:xfrm>
                <a:off x="7564654" y="4166805"/>
                <a:ext cx="296146" cy="441694"/>
              </a:xfrm>
              <a:custGeom>
                <a:rect b="b" l="l" r="r" t="t"/>
                <a:pathLst>
                  <a:path extrusionOk="0" h="1399" w="938">
                    <a:moveTo>
                      <a:pt x="584" y="1399"/>
                    </a:moveTo>
                    <a:cubicBezTo>
                      <a:pt x="354" y="1399"/>
                      <a:pt x="354" y="1399"/>
                      <a:pt x="354" y="1399"/>
                    </a:cubicBezTo>
                    <a:cubicBezTo>
                      <a:pt x="159" y="1399"/>
                      <a:pt x="0" y="1240"/>
                      <a:pt x="0" y="1044"/>
                    </a:cubicBezTo>
                    <a:cubicBezTo>
                      <a:pt x="0" y="0"/>
                      <a:pt x="0" y="0"/>
                      <a:pt x="0" y="0"/>
                    </a:cubicBezTo>
                    <a:cubicBezTo>
                      <a:pt x="938" y="0"/>
                      <a:pt x="938" y="0"/>
                      <a:pt x="938" y="0"/>
                    </a:cubicBezTo>
                    <a:cubicBezTo>
                      <a:pt x="938" y="1044"/>
                      <a:pt x="938" y="1044"/>
                      <a:pt x="938" y="1044"/>
                    </a:cubicBezTo>
                    <a:cubicBezTo>
                      <a:pt x="938" y="1240"/>
                      <a:pt x="780" y="1399"/>
                      <a:pt x="584" y="1399"/>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59" name="Google Shape;1159;p32"/>
              <p:cNvSpPr/>
              <p:nvPr/>
            </p:nvSpPr>
            <p:spPr>
              <a:xfrm>
                <a:off x="7537725" y="3235428"/>
                <a:ext cx="350134" cy="163543"/>
              </a:xfrm>
              <a:custGeom>
                <a:rect b="b" l="l" r="r" t="t"/>
                <a:pathLst>
                  <a:path extrusionOk="0" h="518" w="1109">
                    <a:moveTo>
                      <a:pt x="1100" y="347"/>
                    </a:moveTo>
                    <a:cubicBezTo>
                      <a:pt x="1089" y="399"/>
                      <a:pt x="1061" y="442"/>
                      <a:pt x="1018" y="466"/>
                    </a:cubicBezTo>
                    <a:cubicBezTo>
                      <a:pt x="923" y="518"/>
                      <a:pt x="143" y="513"/>
                      <a:pt x="143" y="513"/>
                    </a:cubicBezTo>
                    <a:cubicBezTo>
                      <a:pt x="0" y="400"/>
                      <a:pt x="0" y="400"/>
                      <a:pt x="0" y="400"/>
                    </a:cubicBezTo>
                    <a:cubicBezTo>
                      <a:pt x="65" y="322"/>
                      <a:pt x="65" y="322"/>
                      <a:pt x="65" y="322"/>
                    </a:cubicBezTo>
                    <a:cubicBezTo>
                      <a:pt x="65" y="322"/>
                      <a:pt x="269" y="357"/>
                      <a:pt x="283" y="322"/>
                    </a:cubicBezTo>
                    <a:cubicBezTo>
                      <a:pt x="296" y="287"/>
                      <a:pt x="213" y="0"/>
                      <a:pt x="283" y="0"/>
                    </a:cubicBezTo>
                    <a:cubicBezTo>
                      <a:pt x="352" y="0"/>
                      <a:pt x="1018" y="35"/>
                      <a:pt x="1075" y="148"/>
                    </a:cubicBezTo>
                    <a:cubicBezTo>
                      <a:pt x="1092" y="182"/>
                      <a:pt x="1102" y="220"/>
                      <a:pt x="1105" y="257"/>
                    </a:cubicBezTo>
                    <a:cubicBezTo>
                      <a:pt x="1109" y="288"/>
                      <a:pt x="1107" y="319"/>
                      <a:pt x="1100" y="34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0" name="Google Shape;1160;p32"/>
              <p:cNvSpPr/>
              <p:nvPr/>
            </p:nvSpPr>
            <p:spPr>
              <a:xfrm>
                <a:off x="5325825" y="2894635"/>
                <a:ext cx="2569964" cy="1542297"/>
              </a:xfrm>
              <a:custGeom>
                <a:rect b="b" l="l" r="r" t="t"/>
                <a:pathLst>
                  <a:path extrusionOk="0" h="4885" w="8140">
                    <a:moveTo>
                      <a:pt x="8132" y="4032"/>
                    </a:moveTo>
                    <a:cubicBezTo>
                      <a:pt x="8125" y="4406"/>
                      <a:pt x="8107" y="4712"/>
                      <a:pt x="8081" y="4763"/>
                    </a:cubicBezTo>
                    <a:cubicBezTo>
                      <a:pt x="8020" y="4885"/>
                      <a:pt x="4070" y="4833"/>
                      <a:pt x="4070" y="4833"/>
                    </a:cubicBezTo>
                    <a:cubicBezTo>
                      <a:pt x="4070" y="4833"/>
                      <a:pt x="120" y="4885"/>
                      <a:pt x="59" y="4763"/>
                    </a:cubicBezTo>
                    <a:cubicBezTo>
                      <a:pt x="33" y="4712"/>
                      <a:pt x="15" y="4406"/>
                      <a:pt x="8" y="4032"/>
                    </a:cubicBezTo>
                    <a:cubicBezTo>
                      <a:pt x="0" y="3522"/>
                      <a:pt x="14" y="2884"/>
                      <a:pt x="59" y="2578"/>
                    </a:cubicBezTo>
                    <a:cubicBezTo>
                      <a:pt x="137" y="2047"/>
                      <a:pt x="880" y="1562"/>
                      <a:pt x="967" y="1434"/>
                    </a:cubicBezTo>
                    <a:cubicBezTo>
                      <a:pt x="1054" y="1306"/>
                      <a:pt x="1678" y="209"/>
                      <a:pt x="1809" y="105"/>
                    </a:cubicBezTo>
                    <a:cubicBezTo>
                      <a:pt x="1939" y="0"/>
                      <a:pt x="4070" y="22"/>
                      <a:pt x="4070" y="22"/>
                    </a:cubicBezTo>
                    <a:cubicBezTo>
                      <a:pt x="4070" y="22"/>
                      <a:pt x="6201" y="0"/>
                      <a:pt x="6332" y="105"/>
                    </a:cubicBezTo>
                    <a:cubicBezTo>
                      <a:pt x="6462" y="209"/>
                      <a:pt x="7086" y="1306"/>
                      <a:pt x="7173" y="1434"/>
                    </a:cubicBezTo>
                    <a:cubicBezTo>
                      <a:pt x="7260" y="1562"/>
                      <a:pt x="8003" y="2047"/>
                      <a:pt x="8081" y="2578"/>
                    </a:cubicBezTo>
                    <a:cubicBezTo>
                      <a:pt x="8126" y="2884"/>
                      <a:pt x="8140" y="3522"/>
                      <a:pt x="8132" y="4032"/>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1" name="Google Shape;1161;p32"/>
              <p:cNvSpPr/>
              <p:nvPr/>
            </p:nvSpPr>
            <p:spPr>
              <a:xfrm>
                <a:off x="5327682" y="4166805"/>
                <a:ext cx="2564912" cy="269310"/>
              </a:xfrm>
              <a:custGeom>
                <a:rect b="b" l="l" r="r" t="t"/>
                <a:pathLst>
                  <a:path extrusionOk="0" h="853" w="8124">
                    <a:moveTo>
                      <a:pt x="8124" y="0"/>
                    </a:moveTo>
                    <a:cubicBezTo>
                      <a:pt x="8117" y="374"/>
                      <a:pt x="8099" y="680"/>
                      <a:pt x="8073" y="731"/>
                    </a:cubicBezTo>
                    <a:cubicBezTo>
                      <a:pt x="8012" y="853"/>
                      <a:pt x="4062" y="801"/>
                      <a:pt x="4062" y="801"/>
                    </a:cubicBezTo>
                    <a:cubicBezTo>
                      <a:pt x="4062" y="801"/>
                      <a:pt x="112" y="853"/>
                      <a:pt x="51" y="731"/>
                    </a:cubicBezTo>
                    <a:cubicBezTo>
                      <a:pt x="25" y="680"/>
                      <a:pt x="7" y="374"/>
                      <a:pt x="0" y="0"/>
                    </a:cubicBezTo>
                    <a:lnTo>
                      <a:pt x="8124" y="0"/>
                    </a:lnTo>
                    <a:close/>
                  </a:path>
                </a:pathLst>
              </a:custGeom>
              <a:solidFill>
                <a:srgbClr val="004355">
                  <a:alpha val="27843"/>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2" name="Google Shape;1162;p32"/>
              <p:cNvSpPr/>
              <p:nvPr/>
            </p:nvSpPr>
            <p:spPr>
              <a:xfrm>
                <a:off x="7338078" y="3596650"/>
                <a:ext cx="542092" cy="239632"/>
              </a:xfrm>
              <a:custGeom>
                <a:rect b="b" l="l" r="r" t="t"/>
                <a:pathLst>
                  <a:path extrusionOk="0" h="759" w="1717">
                    <a:moveTo>
                      <a:pt x="1483" y="42"/>
                    </a:moveTo>
                    <a:cubicBezTo>
                      <a:pt x="1439" y="4"/>
                      <a:pt x="1375" y="0"/>
                      <a:pt x="1326" y="31"/>
                    </a:cubicBezTo>
                    <a:cubicBezTo>
                      <a:pt x="1216" y="101"/>
                      <a:pt x="973" y="231"/>
                      <a:pt x="597" y="293"/>
                    </a:cubicBezTo>
                    <a:cubicBezTo>
                      <a:pt x="65" y="380"/>
                      <a:pt x="0" y="389"/>
                      <a:pt x="5" y="458"/>
                    </a:cubicBezTo>
                    <a:cubicBezTo>
                      <a:pt x="9" y="528"/>
                      <a:pt x="161" y="702"/>
                      <a:pt x="283" y="719"/>
                    </a:cubicBezTo>
                    <a:cubicBezTo>
                      <a:pt x="405" y="737"/>
                      <a:pt x="1228" y="759"/>
                      <a:pt x="1393" y="698"/>
                    </a:cubicBezTo>
                    <a:cubicBezTo>
                      <a:pt x="1542" y="643"/>
                      <a:pt x="1717" y="247"/>
                      <a:pt x="1483" y="4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3" name="Google Shape;1163;p32"/>
              <p:cNvSpPr/>
              <p:nvPr/>
            </p:nvSpPr>
            <p:spPr>
              <a:xfrm>
                <a:off x="7437437" y="4008016"/>
                <a:ext cx="407595" cy="239001"/>
              </a:xfrm>
              <a:custGeom>
                <a:rect b="b" l="l" r="r" t="t"/>
                <a:pathLst>
                  <a:path extrusionOk="0" h="757" w="1291">
                    <a:moveTo>
                      <a:pt x="1114" y="9"/>
                    </a:moveTo>
                    <a:cubicBezTo>
                      <a:pt x="1114" y="9"/>
                      <a:pt x="435" y="0"/>
                      <a:pt x="217" y="174"/>
                    </a:cubicBezTo>
                    <a:cubicBezTo>
                      <a:pt x="0" y="348"/>
                      <a:pt x="182" y="653"/>
                      <a:pt x="310" y="694"/>
                    </a:cubicBezTo>
                    <a:cubicBezTo>
                      <a:pt x="438" y="734"/>
                      <a:pt x="861" y="757"/>
                      <a:pt x="1036" y="694"/>
                    </a:cubicBezTo>
                    <a:cubicBezTo>
                      <a:pt x="1210" y="630"/>
                      <a:pt x="1281" y="489"/>
                      <a:pt x="1283" y="371"/>
                    </a:cubicBezTo>
                    <a:cubicBezTo>
                      <a:pt x="1285" y="252"/>
                      <a:pt x="1291" y="61"/>
                      <a:pt x="1114" y="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4" name="Google Shape;1164;p32"/>
              <p:cNvSpPr/>
              <p:nvPr/>
            </p:nvSpPr>
            <p:spPr>
              <a:xfrm>
                <a:off x="7798658" y="3316216"/>
                <a:ext cx="89349" cy="28833"/>
              </a:xfrm>
              <a:custGeom>
                <a:rect b="b" l="l" r="r" t="t"/>
                <a:pathLst>
                  <a:path extrusionOk="0" h="90" w="283">
                    <a:moveTo>
                      <a:pt x="274" y="90"/>
                    </a:moveTo>
                    <a:cubicBezTo>
                      <a:pt x="0" y="90"/>
                      <a:pt x="0" y="90"/>
                      <a:pt x="0" y="90"/>
                    </a:cubicBezTo>
                    <a:cubicBezTo>
                      <a:pt x="0" y="0"/>
                      <a:pt x="0" y="0"/>
                      <a:pt x="0" y="0"/>
                    </a:cubicBezTo>
                    <a:cubicBezTo>
                      <a:pt x="279" y="0"/>
                      <a:pt x="279" y="0"/>
                      <a:pt x="279" y="0"/>
                    </a:cubicBezTo>
                    <a:cubicBezTo>
                      <a:pt x="283" y="31"/>
                      <a:pt x="281" y="62"/>
                      <a:pt x="274" y="9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5" name="Google Shape;1165;p32"/>
              <p:cNvSpPr/>
              <p:nvPr/>
            </p:nvSpPr>
            <p:spPr>
              <a:xfrm>
                <a:off x="5333254" y="3235428"/>
                <a:ext cx="349818" cy="163543"/>
              </a:xfrm>
              <a:custGeom>
                <a:rect b="b" l="l" r="r" t="t"/>
                <a:pathLst>
                  <a:path extrusionOk="0" h="518" w="1108">
                    <a:moveTo>
                      <a:pt x="8" y="347"/>
                    </a:moveTo>
                    <a:cubicBezTo>
                      <a:pt x="20" y="399"/>
                      <a:pt x="47" y="442"/>
                      <a:pt x="90" y="466"/>
                    </a:cubicBezTo>
                    <a:cubicBezTo>
                      <a:pt x="186" y="518"/>
                      <a:pt x="965" y="513"/>
                      <a:pt x="965" y="513"/>
                    </a:cubicBezTo>
                    <a:cubicBezTo>
                      <a:pt x="1108" y="400"/>
                      <a:pt x="1108" y="400"/>
                      <a:pt x="1108" y="400"/>
                    </a:cubicBezTo>
                    <a:cubicBezTo>
                      <a:pt x="1043" y="322"/>
                      <a:pt x="1043" y="322"/>
                      <a:pt x="1043" y="322"/>
                    </a:cubicBezTo>
                    <a:cubicBezTo>
                      <a:pt x="1043" y="322"/>
                      <a:pt x="839" y="357"/>
                      <a:pt x="825" y="322"/>
                    </a:cubicBezTo>
                    <a:cubicBezTo>
                      <a:pt x="813" y="287"/>
                      <a:pt x="895" y="0"/>
                      <a:pt x="825" y="0"/>
                    </a:cubicBezTo>
                    <a:cubicBezTo>
                      <a:pt x="756" y="0"/>
                      <a:pt x="90" y="35"/>
                      <a:pt x="33" y="148"/>
                    </a:cubicBezTo>
                    <a:cubicBezTo>
                      <a:pt x="16" y="182"/>
                      <a:pt x="6" y="220"/>
                      <a:pt x="3" y="257"/>
                    </a:cubicBezTo>
                    <a:cubicBezTo>
                      <a:pt x="0" y="288"/>
                      <a:pt x="1" y="319"/>
                      <a:pt x="8" y="34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6" name="Google Shape;1166;p32"/>
              <p:cNvSpPr/>
              <p:nvPr/>
            </p:nvSpPr>
            <p:spPr>
              <a:xfrm>
                <a:off x="5916408" y="3688581"/>
                <a:ext cx="1387907" cy="504838"/>
              </a:xfrm>
              <a:custGeom>
                <a:rect b="b" l="l" r="r" t="t"/>
                <a:pathLst>
                  <a:path extrusionOk="0" h="1599" w="4396">
                    <a:moveTo>
                      <a:pt x="4361" y="130"/>
                    </a:moveTo>
                    <a:cubicBezTo>
                      <a:pt x="4326" y="3"/>
                      <a:pt x="2198" y="0"/>
                      <a:pt x="2198" y="0"/>
                    </a:cubicBezTo>
                    <a:cubicBezTo>
                      <a:pt x="2198" y="0"/>
                      <a:pt x="70" y="3"/>
                      <a:pt x="35" y="130"/>
                    </a:cubicBezTo>
                    <a:cubicBezTo>
                      <a:pt x="0" y="258"/>
                      <a:pt x="24" y="705"/>
                      <a:pt x="436" y="1152"/>
                    </a:cubicBezTo>
                    <a:cubicBezTo>
                      <a:pt x="848" y="1599"/>
                      <a:pt x="871" y="1582"/>
                      <a:pt x="871" y="1582"/>
                    </a:cubicBezTo>
                    <a:cubicBezTo>
                      <a:pt x="2198" y="1582"/>
                      <a:pt x="2198" y="1582"/>
                      <a:pt x="2198" y="1582"/>
                    </a:cubicBezTo>
                    <a:cubicBezTo>
                      <a:pt x="3525" y="1582"/>
                      <a:pt x="3525" y="1582"/>
                      <a:pt x="3525" y="1582"/>
                    </a:cubicBezTo>
                    <a:cubicBezTo>
                      <a:pt x="3525" y="1582"/>
                      <a:pt x="3548" y="1599"/>
                      <a:pt x="3961" y="1152"/>
                    </a:cubicBezTo>
                    <a:cubicBezTo>
                      <a:pt x="4373" y="705"/>
                      <a:pt x="4396" y="258"/>
                      <a:pt x="4361" y="13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7" name="Google Shape;1167;p32"/>
              <p:cNvSpPr/>
              <p:nvPr/>
            </p:nvSpPr>
            <p:spPr>
              <a:xfrm>
                <a:off x="5340683" y="3596650"/>
                <a:ext cx="542092" cy="239632"/>
              </a:xfrm>
              <a:custGeom>
                <a:rect b="b" l="l" r="r" t="t"/>
                <a:pathLst>
                  <a:path extrusionOk="0" h="759" w="1717">
                    <a:moveTo>
                      <a:pt x="234" y="42"/>
                    </a:moveTo>
                    <a:cubicBezTo>
                      <a:pt x="278" y="4"/>
                      <a:pt x="342" y="0"/>
                      <a:pt x="392" y="31"/>
                    </a:cubicBezTo>
                    <a:cubicBezTo>
                      <a:pt x="501" y="101"/>
                      <a:pt x="744" y="231"/>
                      <a:pt x="1121" y="293"/>
                    </a:cubicBezTo>
                    <a:cubicBezTo>
                      <a:pt x="1652" y="380"/>
                      <a:pt x="1717" y="389"/>
                      <a:pt x="1713" y="458"/>
                    </a:cubicBezTo>
                    <a:cubicBezTo>
                      <a:pt x="1708" y="528"/>
                      <a:pt x="1556" y="702"/>
                      <a:pt x="1434" y="719"/>
                    </a:cubicBezTo>
                    <a:cubicBezTo>
                      <a:pt x="1312" y="737"/>
                      <a:pt x="489" y="759"/>
                      <a:pt x="324" y="698"/>
                    </a:cubicBezTo>
                    <a:cubicBezTo>
                      <a:pt x="175" y="643"/>
                      <a:pt x="0" y="247"/>
                      <a:pt x="234" y="42"/>
                    </a:cubicBez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8" name="Google Shape;1168;p32"/>
              <p:cNvSpPr/>
              <p:nvPr/>
            </p:nvSpPr>
            <p:spPr>
              <a:xfrm>
                <a:off x="5375969" y="4008016"/>
                <a:ext cx="407911" cy="239001"/>
              </a:xfrm>
              <a:custGeom>
                <a:rect b="b" l="l" r="r" t="t"/>
                <a:pathLst>
                  <a:path extrusionOk="0" h="757" w="1292">
                    <a:moveTo>
                      <a:pt x="177" y="9"/>
                    </a:moveTo>
                    <a:cubicBezTo>
                      <a:pt x="177" y="9"/>
                      <a:pt x="856" y="0"/>
                      <a:pt x="1074" y="174"/>
                    </a:cubicBezTo>
                    <a:cubicBezTo>
                      <a:pt x="1292" y="348"/>
                      <a:pt x="1109" y="653"/>
                      <a:pt x="981" y="694"/>
                    </a:cubicBezTo>
                    <a:cubicBezTo>
                      <a:pt x="853" y="734"/>
                      <a:pt x="430" y="757"/>
                      <a:pt x="256" y="694"/>
                    </a:cubicBezTo>
                    <a:cubicBezTo>
                      <a:pt x="81" y="630"/>
                      <a:pt x="10" y="489"/>
                      <a:pt x="8" y="371"/>
                    </a:cubicBezTo>
                    <a:cubicBezTo>
                      <a:pt x="6" y="252"/>
                      <a:pt x="0" y="61"/>
                      <a:pt x="177" y="9"/>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69" name="Google Shape;1169;p32"/>
              <p:cNvSpPr/>
              <p:nvPr/>
            </p:nvSpPr>
            <p:spPr>
              <a:xfrm>
                <a:off x="5683332" y="2932708"/>
                <a:ext cx="1854226" cy="413279"/>
              </a:xfrm>
              <a:custGeom>
                <a:rect b="b" l="l" r="r" t="t"/>
                <a:pathLst>
                  <a:path extrusionOk="0" h="1309" w="5873">
                    <a:moveTo>
                      <a:pt x="5873" y="1288"/>
                    </a:moveTo>
                    <a:cubicBezTo>
                      <a:pt x="5842" y="1306"/>
                      <a:pt x="5406" y="1309"/>
                      <a:pt x="4880" y="1306"/>
                    </a:cubicBezTo>
                    <a:cubicBezTo>
                      <a:pt x="4598" y="1304"/>
                      <a:pt x="4289" y="1301"/>
                      <a:pt x="4002" y="1297"/>
                    </a:cubicBezTo>
                    <a:cubicBezTo>
                      <a:pt x="3424" y="1289"/>
                      <a:pt x="2936" y="1279"/>
                      <a:pt x="2936" y="1279"/>
                    </a:cubicBezTo>
                    <a:cubicBezTo>
                      <a:pt x="2936" y="1279"/>
                      <a:pt x="2917" y="1280"/>
                      <a:pt x="2882" y="1281"/>
                    </a:cubicBezTo>
                    <a:cubicBezTo>
                      <a:pt x="2752" y="1283"/>
                      <a:pt x="2398" y="1289"/>
                      <a:pt x="1982" y="1295"/>
                    </a:cubicBezTo>
                    <a:cubicBezTo>
                      <a:pt x="1698" y="1299"/>
                      <a:pt x="1386" y="1303"/>
                      <a:pt x="1094" y="1305"/>
                    </a:cubicBezTo>
                    <a:cubicBezTo>
                      <a:pt x="737" y="1307"/>
                      <a:pt x="411" y="1308"/>
                      <a:pt x="210" y="1303"/>
                    </a:cubicBezTo>
                    <a:cubicBezTo>
                      <a:pt x="89" y="1300"/>
                      <a:pt x="12" y="1295"/>
                      <a:pt x="0" y="1288"/>
                    </a:cubicBezTo>
                    <a:cubicBezTo>
                      <a:pt x="110" y="1010"/>
                      <a:pt x="616" y="205"/>
                      <a:pt x="762" y="89"/>
                    </a:cubicBezTo>
                    <a:cubicBezTo>
                      <a:pt x="816" y="46"/>
                      <a:pt x="1129" y="23"/>
                      <a:pt x="1501" y="11"/>
                    </a:cubicBezTo>
                    <a:cubicBezTo>
                      <a:pt x="1796" y="3"/>
                      <a:pt x="2128" y="0"/>
                      <a:pt x="2398" y="1"/>
                    </a:cubicBezTo>
                    <a:cubicBezTo>
                      <a:pt x="2707" y="1"/>
                      <a:pt x="2936" y="5"/>
                      <a:pt x="2936" y="5"/>
                    </a:cubicBezTo>
                    <a:cubicBezTo>
                      <a:pt x="2936" y="5"/>
                      <a:pt x="3071" y="3"/>
                      <a:pt x="3274" y="2"/>
                    </a:cubicBezTo>
                    <a:cubicBezTo>
                      <a:pt x="3511" y="0"/>
                      <a:pt x="3841" y="0"/>
                      <a:pt x="4156" y="6"/>
                    </a:cubicBezTo>
                    <a:cubicBezTo>
                      <a:pt x="4617" y="15"/>
                      <a:pt x="5046" y="38"/>
                      <a:pt x="5110" y="89"/>
                    </a:cubicBezTo>
                    <a:cubicBezTo>
                      <a:pt x="5124" y="100"/>
                      <a:pt x="5140" y="117"/>
                      <a:pt x="5160" y="139"/>
                    </a:cubicBezTo>
                    <a:cubicBezTo>
                      <a:pt x="5248" y="239"/>
                      <a:pt x="5390" y="445"/>
                      <a:pt x="5525" y="661"/>
                    </a:cubicBezTo>
                    <a:cubicBezTo>
                      <a:pt x="5677" y="902"/>
                      <a:pt x="5819" y="1155"/>
                      <a:pt x="5873" y="1288"/>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0" name="Google Shape;1170;p32"/>
              <p:cNvSpPr/>
              <p:nvPr/>
            </p:nvSpPr>
            <p:spPr>
              <a:xfrm>
                <a:off x="5333254" y="3316216"/>
                <a:ext cx="89033" cy="28833"/>
              </a:xfrm>
              <a:custGeom>
                <a:rect b="b" l="l" r="r" t="t"/>
                <a:pathLst>
                  <a:path extrusionOk="0" h="90" w="282">
                    <a:moveTo>
                      <a:pt x="8" y="90"/>
                    </a:moveTo>
                    <a:cubicBezTo>
                      <a:pt x="282" y="90"/>
                      <a:pt x="282" y="90"/>
                      <a:pt x="282" y="90"/>
                    </a:cubicBezTo>
                    <a:cubicBezTo>
                      <a:pt x="282" y="0"/>
                      <a:pt x="282" y="0"/>
                      <a:pt x="282" y="0"/>
                    </a:cubicBezTo>
                    <a:cubicBezTo>
                      <a:pt x="3" y="0"/>
                      <a:pt x="3" y="0"/>
                      <a:pt x="3" y="0"/>
                    </a:cubicBezTo>
                    <a:cubicBezTo>
                      <a:pt x="0" y="31"/>
                      <a:pt x="1" y="62"/>
                      <a:pt x="8" y="90"/>
                    </a:cubicBez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1" name="Google Shape;1171;p32"/>
              <p:cNvSpPr/>
              <p:nvPr/>
            </p:nvSpPr>
            <p:spPr>
              <a:xfrm>
                <a:off x="5750190" y="2932708"/>
                <a:ext cx="690796" cy="412332"/>
              </a:xfrm>
              <a:custGeom>
                <a:rect b="b" l="l" r="r" t="t"/>
                <a:pathLst>
                  <a:path extrusionOk="0" h="1306" w="2188">
                    <a:moveTo>
                      <a:pt x="2123" y="0"/>
                    </a:moveTo>
                    <a:cubicBezTo>
                      <a:pt x="1866" y="0"/>
                      <a:pt x="1563" y="2"/>
                      <a:pt x="1291" y="10"/>
                    </a:cubicBezTo>
                    <a:cubicBezTo>
                      <a:pt x="1291" y="10"/>
                      <a:pt x="1291" y="10"/>
                      <a:pt x="1291" y="10"/>
                    </a:cubicBezTo>
                    <a:cubicBezTo>
                      <a:pt x="0" y="1302"/>
                      <a:pt x="0" y="1302"/>
                      <a:pt x="0" y="1302"/>
                    </a:cubicBezTo>
                    <a:cubicBezTo>
                      <a:pt x="114" y="1305"/>
                      <a:pt x="267" y="1306"/>
                      <a:pt x="443" y="1306"/>
                    </a:cubicBezTo>
                    <a:cubicBezTo>
                      <a:pt x="579" y="1306"/>
                      <a:pt x="729" y="1305"/>
                      <a:pt x="884" y="1304"/>
                    </a:cubicBezTo>
                    <a:cubicBezTo>
                      <a:pt x="2188" y="0"/>
                      <a:pt x="2188" y="0"/>
                      <a:pt x="2188" y="0"/>
                    </a:cubicBezTo>
                    <a:cubicBezTo>
                      <a:pt x="2167" y="0"/>
                      <a:pt x="2145" y="0"/>
                      <a:pt x="2123"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2" name="Google Shape;1172;p32"/>
              <p:cNvSpPr/>
              <p:nvPr/>
            </p:nvSpPr>
            <p:spPr>
              <a:xfrm>
                <a:off x="6947142" y="2976351"/>
                <a:ext cx="480842" cy="368446"/>
              </a:xfrm>
              <a:custGeom>
                <a:rect b="b" l="l" r="r" t="t"/>
                <a:pathLst>
                  <a:path extrusionOk="0" h="1167" w="1523">
                    <a:moveTo>
                      <a:pt x="1158" y="0"/>
                    </a:moveTo>
                    <a:cubicBezTo>
                      <a:pt x="0" y="1158"/>
                      <a:pt x="0" y="1158"/>
                      <a:pt x="0" y="1158"/>
                    </a:cubicBezTo>
                    <a:cubicBezTo>
                      <a:pt x="287" y="1162"/>
                      <a:pt x="596" y="1165"/>
                      <a:pt x="878" y="1167"/>
                    </a:cubicBezTo>
                    <a:cubicBezTo>
                      <a:pt x="1523" y="522"/>
                      <a:pt x="1523" y="522"/>
                      <a:pt x="1523" y="522"/>
                    </a:cubicBezTo>
                    <a:cubicBezTo>
                      <a:pt x="1388" y="306"/>
                      <a:pt x="1246" y="100"/>
                      <a:pt x="1158" y="0"/>
                    </a:cubicBezTo>
                    <a:cubicBezTo>
                      <a:pt x="1158" y="0"/>
                      <a:pt x="1158" y="0"/>
                      <a:pt x="1158"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173" name="Google Shape;1173;p32"/>
            <p:cNvGrpSpPr/>
            <p:nvPr/>
          </p:nvGrpSpPr>
          <p:grpSpPr>
            <a:xfrm>
              <a:off x="5541006" y="3432067"/>
              <a:ext cx="2602210" cy="313206"/>
              <a:chOff x="8507493" y="3765392"/>
              <a:chExt cx="2602210" cy="313206"/>
            </a:xfrm>
          </p:grpSpPr>
          <p:sp>
            <p:nvSpPr>
              <p:cNvPr id="1174" name="Google Shape;1174;p32"/>
              <p:cNvSpPr/>
              <p:nvPr/>
            </p:nvSpPr>
            <p:spPr>
              <a:xfrm>
                <a:off x="8507493" y="3765392"/>
                <a:ext cx="2602210" cy="313206"/>
              </a:xfrm>
              <a:custGeom>
                <a:rect b="b" l="l" r="r" t="t"/>
                <a:pathLst>
                  <a:path extrusionOk="0" h="749" w="6223">
                    <a:moveTo>
                      <a:pt x="48" y="749"/>
                    </a:moveTo>
                    <a:cubicBezTo>
                      <a:pt x="6175" y="749"/>
                      <a:pt x="6175" y="749"/>
                      <a:pt x="6175" y="749"/>
                    </a:cubicBezTo>
                    <a:cubicBezTo>
                      <a:pt x="6201" y="749"/>
                      <a:pt x="6223" y="728"/>
                      <a:pt x="6223" y="702"/>
                    </a:cubicBezTo>
                    <a:cubicBezTo>
                      <a:pt x="6223" y="47"/>
                      <a:pt x="6223" y="47"/>
                      <a:pt x="6223" y="47"/>
                    </a:cubicBezTo>
                    <a:cubicBezTo>
                      <a:pt x="6223" y="21"/>
                      <a:pt x="6201" y="0"/>
                      <a:pt x="6175" y="0"/>
                    </a:cubicBezTo>
                    <a:cubicBezTo>
                      <a:pt x="48" y="0"/>
                      <a:pt x="48" y="0"/>
                      <a:pt x="48" y="0"/>
                    </a:cubicBezTo>
                    <a:cubicBezTo>
                      <a:pt x="22" y="0"/>
                      <a:pt x="0" y="21"/>
                      <a:pt x="0" y="47"/>
                    </a:cubicBezTo>
                    <a:cubicBezTo>
                      <a:pt x="0" y="702"/>
                      <a:pt x="0" y="702"/>
                      <a:pt x="0" y="702"/>
                    </a:cubicBezTo>
                    <a:cubicBezTo>
                      <a:pt x="0" y="728"/>
                      <a:pt x="22" y="749"/>
                      <a:pt x="48" y="749"/>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5" name="Google Shape;1175;p32"/>
              <p:cNvSpPr/>
              <p:nvPr/>
            </p:nvSpPr>
            <p:spPr>
              <a:xfrm>
                <a:off x="10822090"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6" name="Google Shape;1176;p32"/>
              <p:cNvSpPr/>
              <p:nvPr/>
            </p:nvSpPr>
            <p:spPr>
              <a:xfrm>
                <a:off x="10457361"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7" name="Google Shape;1177;p32"/>
              <p:cNvSpPr/>
              <p:nvPr/>
            </p:nvSpPr>
            <p:spPr>
              <a:xfrm>
                <a:off x="10092632"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8" name="Google Shape;1178;p32"/>
              <p:cNvSpPr/>
              <p:nvPr/>
            </p:nvSpPr>
            <p:spPr>
              <a:xfrm>
                <a:off x="9727903"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79" name="Google Shape;1179;p32"/>
              <p:cNvSpPr/>
              <p:nvPr/>
            </p:nvSpPr>
            <p:spPr>
              <a:xfrm>
                <a:off x="9363948"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0" name="Google Shape;1180;p32"/>
              <p:cNvSpPr/>
              <p:nvPr/>
            </p:nvSpPr>
            <p:spPr>
              <a:xfrm>
                <a:off x="8999219"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1" name="Google Shape;1181;p32"/>
              <p:cNvSpPr/>
              <p:nvPr/>
            </p:nvSpPr>
            <p:spPr>
              <a:xfrm>
                <a:off x="8635265" y="3840506"/>
                <a:ext cx="232200" cy="2322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82" name="Google Shape;1182;p32"/>
              <p:cNvSpPr/>
              <p:nvPr/>
            </p:nvSpPr>
            <p:spPr>
              <a:xfrm>
                <a:off x="8707281" y="3912523"/>
                <a:ext cx="2200358" cy="12363"/>
              </a:xfrm>
              <a:custGeom>
                <a:rect b="b" l="l" r="r" t="t"/>
                <a:pathLst>
                  <a:path extrusionOk="0" h="31" w="5262">
                    <a:moveTo>
                      <a:pt x="15" y="31"/>
                    </a:moveTo>
                    <a:cubicBezTo>
                      <a:pt x="5246" y="31"/>
                      <a:pt x="5246" y="31"/>
                      <a:pt x="5246" y="31"/>
                    </a:cubicBezTo>
                    <a:cubicBezTo>
                      <a:pt x="5255" y="31"/>
                      <a:pt x="5262" y="24"/>
                      <a:pt x="5262" y="15"/>
                    </a:cubicBezTo>
                    <a:cubicBezTo>
                      <a:pt x="5262" y="7"/>
                      <a:pt x="5255" y="0"/>
                      <a:pt x="5246" y="0"/>
                    </a:cubicBezTo>
                    <a:cubicBezTo>
                      <a:pt x="15" y="0"/>
                      <a:pt x="15" y="0"/>
                      <a:pt x="15" y="0"/>
                    </a:cubicBezTo>
                    <a:cubicBezTo>
                      <a:pt x="7" y="0"/>
                      <a:pt x="0" y="7"/>
                      <a:pt x="0" y="15"/>
                    </a:cubicBezTo>
                    <a:cubicBezTo>
                      <a:pt x="0" y="24"/>
                      <a:pt x="7" y="31"/>
                      <a:pt x="15" y="3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6" name="Shape 1186"/>
        <p:cNvGrpSpPr/>
        <p:nvPr/>
      </p:nvGrpSpPr>
      <p:grpSpPr>
        <a:xfrm>
          <a:off x="0" y="0"/>
          <a:ext cx="0" cy="0"/>
          <a:chOff x="0" y="0"/>
          <a:chExt cx="0" cy="0"/>
        </a:xfrm>
      </p:grpSpPr>
      <p:sp>
        <p:nvSpPr>
          <p:cNvPr id="1187" name="Google Shape;1187;p33"/>
          <p:cNvSpPr txBox="1"/>
          <p:nvPr>
            <p:ph type="title"/>
          </p:nvPr>
        </p:nvSpPr>
        <p:spPr>
          <a:xfrm>
            <a:off x="968475" y="445025"/>
            <a:ext cx="7704000" cy="1052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000"/>
              <a:buNone/>
            </a:pPr>
            <a:r>
              <a:rPr lang="en"/>
              <a:t>03</a:t>
            </a:r>
            <a:endParaRPr/>
          </a:p>
          <a:p>
            <a:pPr indent="0" lvl="0" marL="0" rtl="0" algn="l">
              <a:lnSpc>
                <a:spcPct val="100000"/>
              </a:lnSpc>
              <a:spcBef>
                <a:spcPts val="0"/>
              </a:spcBef>
              <a:spcAft>
                <a:spcPts val="0"/>
              </a:spcAft>
              <a:buSzPts val="3000"/>
              <a:buNone/>
            </a:pPr>
            <a:r>
              <a:rPr lang="en"/>
              <a:t>OBJECTIVE OF THE PROJECT</a:t>
            </a:r>
            <a:endParaRPr/>
          </a:p>
          <a:p>
            <a:pPr indent="0" lvl="0" marL="0" rtl="0" algn="l">
              <a:lnSpc>
                <a:spcPct val="100000"/>
              </a:lnSpc>
              <a:spcBef>
                <a:spcPts val="0"/>
              </a:spcBef>
              <a:spcAft>
                <a:spcPts val="0"/>
              </a:spcAft>
              <a:buSzPts val="3000"/>
              <a:buNone/>
            </a:pPr>
            <a:r>
              <a:t/>
            </a:r>
            <a:endParaRPr/>
          </a:p>
        </p:txBody>
      </p:sp>
      <p:sp>
        <p:nvSpPr>
          <p:cNvPr id="1188" name="Google Shape;1188;p33"/>
          <p:cNvSpPr txBox="1"/>
          <p:nvPr>
            <p:ph idx="3" type="subTitle"/>
          </p:nvPr>
        </p:nvSpPr>
        <p:spPr>
          <a:xfrm>
            <a:off x="516925" y="1821575"/>
            <a:ext cx="7785000" cy="2523300"/>
          </a:xfrm>
          <a:prstGeom prst="rect">
            <a:avLst/>
          </a:prstGeom>
          <a:noFill/>
          <a:ln>
            <a:noFill/>
          </a:ln>
        </p:spPr>
        <p:txBody>
          <a:bodyPr anchorCtr="0" anchor="t" bIns="91425" lIns="91425" spcFirstLastPara="1" rIns="91425" wrap="square" tIns="91425">
            <a:noAutofit/>
          </a:bodyPr>
          <a:lstStyle/>
          <a:p>
            <a:pPr indent="-304800" lvl="0" marL="457200" rtl="0" algn="just">
              <a:lnSpc>
                <a:spcPct val="150000"/>
              </a:lnSpc>
              <a:spcBef>
                <a:spcPts val="0"/>
              </a:spcBef>
              <a:spcAft>
                <a:spcPts val="0"/>
              </a:spcAft>
              <a:buClr>
                <a:schemeClr val="dk1"/>
              </a:buClr>
              <a:buSzPts val="1200"/>
              <a:buFont typeface="Arial"/>
              <a:buChar char="●"/>
            </a:pPr>
            <a:r>
              <a:rPr b="1" lang="en">
                <a:latin typeface="Arial"/>
                <a:ea typeface="Arial"/>
                <a:cs typeface="Arial"/>
                <a:sym typeface="Arial"/>
              </a:rPr>
              <a:t>Our main objectives is to creates a user-friendly system for used car valuation. By combining machine learning for car features with image-based damage detection, it provides an initial price estimate and adjusts it for any identified damages. Our system uses web interface which guides users through the process, making car valuation transparent and efficient.</a:t>
            </a:r>
            <a:endParaRPr b="1">
              <a:latin typeface="Arial"/>
              <a:ea typeface="Arial"/>
              <a:cs typeface="Arial"/>
              <a:sym typeface="Arial"/>
            </a:endParaRPr>
          </a:p>
          <a:p>
            <a:pPr indent="0" lvl="0" marL="0" rtl="0" algn="just">
              <a:lnSpc>
                <a:spcPct val="150000"/>
              </a:lnSpc>
              <a:spcBef>
                <a:spcPts val="1200"/>
              </a:spcBef>
              <a:spcAft>
                <a:spcPts val="0"/>
              </a:spcAft>
              <a:buNone/>
            </a:pPr>
            <a:r>
              <a:t/>
            </a:r>
            <a:endParaRPr b="1">
              <a:latin typeface="Arial"/>
              <a:ea typeface="Arial"/>
              <a:cs typeface="Arial"/>
              <a:sym typeface="Arial"/>
            </a:endParaRPr>
          </a:p>
          <a:p>
            <a:pPr indent="-304800" lvl="0" marL="457200" rtl="0" algn="just">
              <a:lnSpc>
                <a:spcPct val="150000"/>
              </a:lnSpc>
              <a:spcBef>
                <a:spcPts val="1200"/>
              </a:spcBef>
              <a:spcAft>
                <a:spcPts val="0"/>
              </a:spcAft>
              <a:buClr>
                <a:schemeClr val="dk1"/>
              </a:buClr>
              <a:buSzPts val="1200"/>
              <a:buFont typeface="Arial"/>
              <a:buChar char="●"/>
            </a:pPr>
            <a:r>
              <a:rPr b="1" lang="en">
                <a:latin typeface="Arial"/>
                <a:ea typeface="Arial"/>
                <a:cs typeface="Arial"/>
                <a:sym typeface="Arial"/>
              </a:rPr>
              <a:t>It tackles the current challenges of uncertainty and potential bias in car pricing by the power of machine learning. Ultimately, this project seeks to enhance user satisfaction by offering a fair, transparent, and accurate used car valuation experience.</a:t>
            </a:r>
            <a:endParaRPr b="1">
              <a:latin typeface="Arial"/>
              <a:ea typeface="Arial"/>
              <a:cs typeface="Arial"/>
              <a:sym typeface="Arial"/>
            </a:endParaRPr>
          </a:p>
          <a:p>
            <a:pPr indent="0" lvl="0" marL="0" rtl="0" algn="l">
              <a:lnSpc>
                <a:spcPct val="100000"/>
              </a:lnSpc>
              <a:spcBef>
                <a:spcPts val="1200"/>
              </a:spcBef>
              <a:spcAft>
                <a:spcPts val="0"/>
              </a:spcAft>
              <a:buSzPts val="1200"/>
              <a:buNone/>
            </a:pPr>
            <a:r>
              <a:t/>
            </a:r>
            <a:endParaRPr/>
          </a:p>
        </p:txBody>
      </p:sp>
      <p:sp>
        <p:nvSpPr>
          <p:cNvPr id="1189" name="Google Shape;1189;p33"/>
          <p:cNvSpPr/>
          <p:nvPr/>
        </p:nvSpPr>
        <p:spPr>
          <a:xfrm>
            <a:off x="7462525" y="551514"/>
            <a:ext cx="839400" cy="839400"/>
          </a:xfrm>
          <a:prstGeom prst="ellipse">
            <a:avLst/>
          </a:prstGeom>
          <a:solidFill>
            <a:schemeClr val="dk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Didact Gothic"/>
              <a:ea typeface="Didact Gothic"/>
              <a:cs typeface="Didact Gothic"/>
              <a:sym typeface="Didact Gothic"/>
            </a:endParaRPr>
          </a:p>
        </p:txBody>
      </p:sp>
      <p:sp>
        <p:nvSpPr>
          <p:cNvPr id="1190" name="Google Shape;1190;p33"/>
          <p:cNvSpPr/>
          <p:nvPr/>
        </p:nvSpPr>
        <p:spPr>
          <a:xfrm>
            <a:off x="7636151" y="634236"/>
            <a:ext cx="573253" cy="572693"/>
          </a:xfrm>
          <a:custGeom>
            <a:rect b="b" l="l" r="r" t="t"/>
            <a:pathLst>
              <a:path extrusionOk="0" h="11253" w="11264">
                <a:moveTo>
                  <a:pt x="9847" y="548"/>
                </a:moveTo>
                <a:lnTo>
                  <a:pt x="9847" y="1203"/>
                </a:lnTo>
                <a:cubicBezTo>
                  <a:pt x="9847" y="1299"/>
                  <a:pt x="9930" y="1370"/>
                  <a:pt x="10014" y="1370"/>
                </a:cubicBezTo>
                <a:lnTo>
                  <a:pt x="10669" y="1370"/>
                </a:lnTo>
                <a:lnTo>
                  <a:pt x="9252" y="2811"/>
                </a:lnTo>
                <a:lnTo>
                  <a:pt x="8656" y="2811"/>
                </a:lnTo>
                <a:lnTo>
                  <a:pt x="9609" y="1858"/>
                </a:lnTo>
                <a:cubicBezTo>
                  <a:pt x="9668" y="1799"/>
                  <a:pt x="9668" y="1703"/>
                  <a:pt x="9609" y="1620"/>
                </a:cubicBezTo>
                <a:cubicBezTo>
                  <a:pt x="9579" y="1590"/>
                  <a:pt x="9537" y="1575"/>
                  <a:pt x="9494" y="1575"/>
                </a:cubicBezTo>
                <a:cubicBezTo>
                  <a:pt x="9451" y="1575"/>
                  <a:pt x="9406" y="1590"/>
                  <a:pt x="9371" y="1620"/>
                </a:cubicBezTo>
                <a:lnTo>
                  <a:pt x="8418" y="2572"/>
                </a:lnTo>
                <a:lnTo>
                  <a:pt x="8418" y="1977"/>
                </a:lnTo>
                <a:lnTo>
                  <a:pt x="9847" y="548"/>
                </a:lnTo>
                <a:close/>
                <a:moveTo>
                  <a:pt x="4549" y="2442"/>
                </a:moveTo>
                <a:cubicBezTo>
                  <a:pt x="5668" y="2442"/>
                  <a:pt x="6680" y="2870"/>
                  <a:pt x="7430" y="3573"/>
                </a:cubicBezTo>
                <a:lnTo>
                  <a:pt x="4430" y="6561"/>
                </a:lnTo>
                <a:cubicBezTo>
                  <a:pt x="4370" y="6621"/>
                  <a:pt x="4370" y="6728"/>
                  <a:pt x="4430" y="6799"/>
                </a:cubicBezTo>
                <a:cubicBezTo>
                  <a:pt x="4465" y="6835"/>
                  <a:pt x="4513" y="6847"/>
                  <a:pt x="4549" y="6847"/>
                </a:cubicBezTo>
                <a:cubicBezTo>
                  <a:pt x="4596" y="6847"/>
                  <a:pt x="4644" y="6835"/>
                  <a:pt x="4668" y="6799"/>
                </a:cubicBezTo>
                <a:lnTo>
                  <a:pt x="5418" y="6061"/>
                </a:lnTo>
                <a:cubicBezTo>
                  <a:pt x="5549" y="6240"/>
                  <a:pt x="5620" y="6466"/>
                  <a:pt x="5620" y="6680"/>
                </a:cubicBezTo>
                <a:cubicBezTo>
                  <a:pt x="5620" y="7275"/>
                  <a:pt x="5144" y="7752"/>
                  <a:pt x="4549" y="7752"/>
                </a:cubicBezTo>
                <a:cubicBezTo>
                  <a:pt x="3953" y="7752"/>
                  <a:pt x="3477" y="7275"/>
                  <a:pt x="3477" y="6680"/>
                </a:cubicBezTo>
                <a:cubicBezTo>
                  <a:pt x="3477" y="6085"/>
                  <a:pt x="3953" y="5609"/>
                  <a:pt x="4549" y="5609"/>
                </a:cubicBezTo>
                <a:cubicBezTo>
                  <a:pt x="4608" y="5609"/>
                  <a:pt x="4680" y="5609"/>
                  <a:pt x="4739" y="5632"/>
                </a:cubicBezTo>
                <a:cubicBezTo>
                  <a:pt x="4747" y="5633"/>
                  <a:pt x="4755" y="5634"/>
                  <a:pt x="4763" y="5634"/>
                </a:cubicBezTo>
                <a:cubicBezTo>
                  <a:pt x="4848" y="5634"/>
                  <a:pt x="4920" y="5577"/>
                  <a:pt x="4942" y="5490"/>
                </a:cubicBezTo>
                <a:cubicBezTo>
                  <a:pt x="4954" y="5406"/>
                  <a:pt x="4894" y="5311"/>
                  <a:pt x="4799" y="5299"/>
                </a:cubicBezTo>
                <a:cubicBezTo>
                  <a:pt x="4715" y="5287"/>
                  <a:pt x="4620" y="5275"/>
                  <a:pt x="4549" y="5275"/>
                </a:cubicBezTo>
                <a:cubicBezTo>
                  <a:pt x="3775" y="5275"/>
                  <a:pt x="3156" y="5894"/>
                  <a:pt x="3156" y="6668"/>
                </a:cubicBezTo>
                <a:cubicBezTo>
                  <a:pt x="3156" y="7442"/>
                  <a:pt x="3775" y="8073"/>
                  <a:pt x="4549" y="8073"/>
                </a:cubicBezTo>
                <a:cubicBezTo>
                  <a:pt x="5323" y="8073"/>
                  <a:pt x="5954" y="7442"/>
                  <a:pt x="5954" y="6668"/>
                </a:cubicBezTo>
                <a:cubicBezTo>
                  <a:pt x="5954" y="6359"/>
                  <a:pt x="5847" y="6049"/>
                  <a:pt x="5656" y="5811"/>
                </a:cubicBezTo>
                <a:lnTo>
                  <a:pt x="6168" y="5287"/>
                </a:lnTo>
                <a:cubicBezTo>
                  <a:pt x="6501" y="5668"/>
                  <a:pt x="6680" y="6168"/>
                  <a:pt x="6680" y="6668"/>
                </a:cubicBezTo>
                <a:cubicBezTo>
                  <a:pt x="6680" y="7847"/>
                  <a:pt x="5727" y="8799"/>
                  <a:pt x="4549" y="8799"/>
                </a:cubicBezTo>
                <a:cubicBezTo>
                  <a:pt x="3370" y="8799"/>
                  <a:pt x="2418" y="7847"/>
                  <a:pt x="2418" y="6668"/>
                </a:cubicBezTo>
                <a:cubicBezTo>
                  <a:pt x="2418" y="5490"/>
                  <a:pt x="3370" y="4537"/>
                  <a:pt x="4549" y="4537"/>
                </a:cubicBezTo>
                <a:cubicBezTo>
                  <a:pt x="4906" y="4537"/>
                  <a:pt x="5251" y="4632"/>
                  <a:pt x="5561" y="4799"/>
                </a:cubicBezTo>
                <a:cubicBezTo>
                  <a:pt x="5583" y="4810"/>
                  <a:pt x="5608" y="4815"/>
                  <a:pt x="5635" y="4815"/>
                </a:cubicBezTo>
                <a:cubicBezTo>
                  <a:pt x="5693" y="4815"/>
                  <a:pt x="5754" y="4789"/>
                  <a:pt x="5787" y="4739"/>
                </a:cubicBezTo>
                <a:cubicBezTo>
                  <a:pt x="5835" y="4656"/>
                  <a:pt x="5799" y="4561"/>
                  <a:pt x="5727" y="4513"/>
                </a:cubicBezTo>
                <a:cubicBezTo>
                  <a:pt x="5370" y="4323"/>
                  <a:pt x="4965" y="4216"/>
                  <a:pt x="4561" y="4216"/>
                </a:cubicBezTo>
                <a:cubicBezTo>
                  <a:pt x="3215" y="4216"/>
                  <a:pt x="2108" y="5311"/>
                  <a:pt x="2108" y="6668"/>
                </a:cubicBezTo>
                <a:cubicBezTo>
                  <a:pt x="2108" y="8026"/>
                  <a:pt x="3215" y="9121"/>
                  <a:pt x="4561" y="9121"/>
                </a:cubicBezTo>
                <a:cubicBezTo>
                  <a:pt x="5918" y="9121"/>
                  <a:pt x="7025" y="8026"/>
                  <a:pt x="7025" y="6668"/>
                </a:cubicBezTo>
                <a:cubicBezTo>
                  <a:pt x="7025" y="6073"/>
                  <a:pt x="6811" y="5490"/>
                  <a:pt x="6406" y="5049"/>
                </a:cubicBezTo>
                <a:lnTo>
                  <a:pt x="6930" y="4525"/>
                </a:lnTo>
                <a:cubicBezTo>
                  <a:pt x="7466" y="5109"/>
                  <a:pt x="7752" y="5871"/>
                  <a:pt x="7752" y="6656"/>
                </a:cubicBezTo>
                <a:cubicBezTo>
                  <a:pt x="7752" y="8407"/>
                  <a:pt x="6323" y="9835"/>
                  <a:pt x="4561" y="9835"/>
                </a:cubicBezTo>
                <a:cubicBezTo>
                  <a:pt x="2810" y="9835"/>
                  <a:pt x="1382" y="8407"/>
                  <a:pt x="1382" y="6656"/>
                </a:cubicBezTo>
                <a:cubicBezTo>
                  <a:pt x="1382" y="4894"/>
                  <a:pt x="2810" y="3465"/>
                  <a:pt x="4561" y="3465"/>
                </a:cubicBezTo>
                <a:cubicBezTo>
                  <a:pt x="5180" y="3465"/>
                  <a:pt x="5775" y="3644"/>
                  <a:pt x="6275" y="3977"/>
                </a:cubicBezTo>
                <a:cubicBezTo>
                  <a:pt x="6300" y="3994"/>
                  <a:pt x="6330" y="4002"/>
                  <a:pt x="6360" y="4002"/>
                </a:cubicBezTo>
                <a:cubicBezTo>
                  <a:pt x="6415" y="4002"/>
                  <a:pt x="6471" y="3976"/>
                  <a:pt x="6501" y="3930"/>
                </a:cubicBezTo>
                <a:cubicBezTo>
                  <a:pt x="6549" y="3858"/>
                  <a:pt x="6525" y="3751"/>
                  <a:pt x="6454" y="3704"/>
                </a:cubicBezTo>
                <a:cubicBezTo>
                  <a:pt x="5894" y="3346"/>
                  <a:pt x="5239" y="3156"/>
                  <a:pt x="4561" y="3156"/>
                </a:cubicBezTo>
                <a:cubicBezTo>
                  <a:pt x="2632" y="3156"/>
                  <a:pt x="1048" y="4739"/>
                  <a:pt x="1048" y="6668"/>
                </a:cubicBezTo>
                <a:cubicBezTo>
                  <a:pt x="1048" y="8609"/>
                  <a:pt x="2632" y="10181"/>
                  <a:pt x="4561" y="10181"/>
                </a:cubicBezTo>
                <a:cubicBezTo>
                  <a:pt x="6501" y="10181"/>
                  <a:pt x="8073" y="8609"/>
                  <a:pt x="8073" y="6668"/>
                </a:cubicBezTo>
                <a:cubicBezTo>
                  <a:pt x="8073" y="5787"/>
                  <a:pt x="7752" y="4954"/>
                  <a:pt x="7156" y="4299"/>
                </a:cubicBezTo>
                <a:lnTo>
                  <a:pt x="7680" y="3787"/>
                </a:lnTo>
                <a:cubicBezTo>
                  <a:pt x="8383" y="4561"/>
                  <a:pt x="8799" y="5573"/>
                  <a:pt x="8799" y="6680"/>
                </a:cubicBezTo>
                <a:cubicBezTo>
                  <a:pt x="8799" y="9026"/>
                  <a:pt x="6894" y="10931"/>
                  <a:pt x="4549" y="10931"/>
                </a:cubicBezTo>
                <a:cubicBezTo>
                  <a:pt x="2215" y="10931"/>
                  <a:pt x="310" y="9026"/>
                  <a:pt x="310" y="6680"/>
                </a:cubicBezTo>
                <a:cubicBezTo>
                  <a:pt x="310" y="4347"/>
                  <a:pt x="2215" y="2442"/>
                  <a:pt x="4549" y="2442"/>
                </a:cubicBezTo>
                <a:close/>
                <a:moveTo>
                  <a:pt x="10023" y="1"/>
                </a:moveTo>
                <a:cubicBezTo>
                  <a:pt x="9981" y="1"/>
                  <a:pt x="9938" y="17"/>
                  <a:pt x="9907" y="48"/>
                </a:cubicBezTo>
                <a:lnTo>
                  <a:pt x="8156" y="1799"/>
                </a:lnTo>
                <a:cubicBezTo>
                  <a:pt x="8121" y="1834"/>
                  <a:pt x="8109" y="1882"/>
                  <a:pt x="8109" y="1918"/>
                </a:cubicBezTo>
                <a:lnTo>
                  <a:pt x="8109" y="2906"/>
                </a:lnTo>
                <a:lnTo>
                  <a:pt x="7680" y="3334"/>
                </a:lnTo>
                <a:cubicBezTo>
                  <a:pt x="6859" y="2572"/>
                  <a:pt x="5775" y="2120"/>
                  <a:pt x="4573" y="2120"/>
                </a:cubicBezTo>
                <a:cubicBezTo>
                  <a:pt x="2048" y="2120"/>
                  <a:pt x="1" y="4168"/>
                  <a:pt x="1" y="6680"/>
                </a:cubicBezTo>
                <a:cubicBezTo>
                  <a:pt x="1" y="9204"/>
                  <a:pt x="2048" y="11252"/>
                  <a:pt x="4573" y="11252"/>
                </a:cubicBezTo>
                <a:cubicBezTo>
                  <a:pt x="7085" y="11252"/>
                  <a:pt x="9133" y="9204"/>
                  <a:pt x="9133" y="6680"/>
                </a:cubicBezTo>
                <a:cubicBezTo>
                  <a:pt x="9133" y="5478"/>
                  <a:pt x="8680" y="4394"/>
                  <a:pt x="7918" y="3573"/>
                </a:cubicBezTo>
                <a:lnTo>
                  <a:pt x="8347" y="3144"/>
                </a:lnTo>
                <a:lnTo>
                  <a:pt x="9335" y="3144"/>
                </a:lnTo>
                <a:cubicBezTo>
                  <a:pt x="9371" y="3144"/>
                  <a:pt x="9418" y="3132"/>
                  <a:pt x="9454" y="3096"/>
                </a:cubicBezTo>
                <a:lnTo>
                  <a:pt x="11204" y="1346"/>
                </a:lnTo>
                <a:cubicBezTo>
                  <a:pt x="11252" y="1287"/>
                  <a:pt x="11264" y="1227"/>
                  <a:pt x="11240" y="1168"/>
                </a:cubicBezTo>
                <a:cubicBezTo>
                  <a:pt x="11204" y="1108"/>
                  <a:pt x="11145" y="1060"/>
                  <a:pt x="11085" y="1060"/>
                </a:cubicBezTo>
                <a:lnTo>
                  <a:pt x="10192" y="1060"/>
                </a:lnTo>
                <a:lnTo>
                  <a:pt x="10192" y="167"/>
                </a:lnTo>
                <a:cubicBezTo>
                  <a:pt x="10192" y="108"/>
                  <a:pt x="10145" y="36"/>
                  <a:pt x="10085" y="13"/>
                </a:cubicBezTo>
                <a:cubicBezTo>
                  <a:pt x="10065" y="5"/>
                  <a:pt x="10044" y="1"/>
                  <a:pt x="10023" y="1"/>
                </a:cubicBezTo>
                <a:close/>
              </a:path>
            </a:pathLst>
          </a:cu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4" name="Shape 1194"/>
        <p:cNvGrpSpPr/>
        <p:nvPr/>
      </p:nvGrpSpPr>
      <p:grpSpPr>
        <a:xfrm>
          <a:off x="0" y="0"/>
          <a:ext cx="0" cy="0"/>
          <a:chOff x="0" y="0"/>
          <a:chExt cx="0" cy="0"/>
        </a:xfrm>
      </p:grpSpPr>
      <p:sp>
        <p:nvSpPr>
          <p:cNvPr id="1195" name="Google Shape;1195;p34"/>
          <p:cNvSpPr txBox="1"/>
          <p:nvPr>
            <p:ph idx="2" type="subTitle"/>
          </p:nvPr>
        </p:nvSpPr>
        <p:spPr>
          <a:xfrm>
            <a:off x="882100" y="1883150"/>
            <a:ext cx="5434200" cy="23289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Font typeface="Arial"/>
              <a:buChar char="●"/>
            </a:pPr>
            <a:r>
              <a:rPr lang="en" sz="1400" u="sng">
                <a:solidFill>
                  <a:srgbClr val="0097A7"/>
                </a:solidFill>
                <a:latin typeface="Arial"/>
                <a:ea typeface="Arial"/>
                <a:cs typeface="Arial"/>
                <a:sym typeface="Arial"/>
                <a:hlinkClick r:id="rId3">
                  <a:extLst>
                    <a:ext uri="{A12FA001-AC4F-418D-AE19-62706E023703}">
                      <ahyp:hlinkClr val="tx"/>
                    </a:ext>
                  </a:extLst>
                </a:hlinkClick>
              </a:rPr>
              <a:t>ER Diagram</a:t>
            </a:r>
            <a:endParaRPr sz="1400">
              <a:solidFill>
                <a:srgbClr val="0097A7"/>
              </a:solidFill>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u="sng">
                <a:solidFill>
                  <a:srgbClr val="0097A7"/>
                </a:solidFill>
                <a:latin typeface="Arial"/>
                <a:ea typeface="Arial"/>
                <a:cs typeface="Arial"/>
                <a:sym typeface="Arial"/>
                <a:hlinkClick r:id="rId4">
                  <a:extLst>
                    <a:ext uri="{A12FA001-AC4F-418D-AE19-62706E023703}">
                      <ahyp:hlinkClr val="tx"/>
                    </a:ext>
                  </a:extLst>
                </a:hlinkClick>
              </a:rPr>
              <a:t>Data flow Diagram</a:t>
            </a:r>
            <a:endParaRPr sz="1400">
              <a:solidFill>
                <a:srgbClr val="0097A7"/>
              </a:solidFill>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u="sng">
                <a:solidFill>
                  <a:schemeClr val="folHlink"/>
                </a:solidFill>
                <a:latin typeface="Arial"/>
                <a:ea typeface="Arial"/>
                <a:cs typeface="Arial"/>
                <a:sym typeface="Arial"/>
                <a:hlinkClick r:id="rId5">
                  <a:extLst>
                    <a:ext uri="{A12FA001-AC4F-418D-AE19-62706E023703}">
                      <ahyp:hlinkClr val="tx"/>
                    </a:ext>
                  </a:extLst>
                </a:hlinkClick>
              </a:rPr>
              <a:t>Class diagram</a:t>
            </a:r>
            <a:endParaRPr sz="1400">
              <a:solidFill>
                <a:srgbClr val="595959"/>
              </a:solidFill>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u="sng">
                <a:solidFill>
                  <a:schemeClr val="folHlink"/>
                </a:solidFill>
                <a:latin typeface="Arial"/>
                <a:ea typeface="Arial"/>
                <a:cs typeface="Arial"/>
                <a:sym typeface="Arial"/>
                <a:hlinkClick r:id="rId6">
                  <a:extLst>
                    <a:ext uri="{A12FA001-AC4F-418D-AE19-62706E023703}">
                      <ahyp:hlinkClr val="tx"/>
                    </a:ext>
                  </a:extLst>
                </a:hlinkClick>
              </a:rPr>
              <a:t>State chart Diagram</a:t>
            </a:r>
            <a:endParaRPr sz="1400">
              <a:solidFill>
                <a:srgbClr val="595959"/>
              </a:solidFill>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u="sng">
                <a:solidFill>
                  <a:schemeClr val="folHlink"/>
                </a:solidFill>
                <a:latin typeface="Arial"/>
                <a:ea typeface="Arial"/>
                <a:cs typeface="Arial"/>
                <a:sym typeface="Arial"/>
                <a:hlinkClick r:id="rId7">
                  <a:extLst>
                    <a:ext uri="{A12FA001-AC4F-418D-AE19-62706E023703}">
                      <ahyp:hlinkClr val="tx"/>
                    </a:ext>
                  </a:extLst>
                </a:hlinkClick>
              </a:rPr>
              <a:t>Activity Diagram</a:t>
            </a:r>
            <a:endParaRPr sz="1400">
              <a:solidFill>
                <a:srgbClr val="595959"/>
              </a:solidFill>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u="sng">
                <a:solidFill>
                  <a:schemeClr val="folHlink"/>
                </a:solidFill>
                <a:latin typeface="Arial"/>
                <a:ea typeface="Arial"/>
                <a:cs typeface="Arial"/>
                <a:sym typeface="Arial"/>
                <a:hlinkClick r:id="rId8">
                  <a:extLst>
                    <a:ext uri="{A12FA001-AC4F-418D-AE19-62706E023703}">
                      <ahyp:hlinkClr val="tx"/>
                    </a:ext>
                  </a:extLst>
                </a:hlinkClick>
              </a:rPr>
              <a:t>Use case Diagram</a:t>
            </a:r>
            <a:endParaRPr sz="1400">
              <a:solidFill>
                <a:srgbClr val="595959"/>
              </a:solidFill>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 sz="1400" u="sng">
                <a:solidFill>
                  <a:schemeClr val="folHlink"/>
                </a:solidFill>
                <a:latin typeface="Arial"/>
                <a:ea typeface="Arial"/>
                <a:cs typeface="Arial"/>
                <a:sym typeface="Arial"/>
                <a:hlinkClick r:id="rId9">
                  <a:extLst>
                    <a:ext uri="{A12FA001-AC4F-418D-AE19-62706E023703}">
                      <ahyp:hlinkClr val="tx"/>
                    </a:ext>
                  </a:extLst>
                </a:hlinkClick>
              </a:rPr>
              <a:t>Sequence diagram</a:t>
            </a:r>
            <a:endParaRPr sz="1400">
              <a:solidFill>
                <a:srgbClr val="595959"/>
              </a:solidFill>
              <a:latin typeface="Arial"/>
              <a:ea typeface="Arial"/>
              <a:cs typeface="Arial"/>
              <a:sym typeface="Arial"/>
            </a:endParaRPr>
          </a:p>
          <a:p>
            <a:pPr indent="0" lvl="0" marL="0" rtl="0" algn="l">
              <a:lnSpc>
                <a:spcPct val="100000"/>
              </a:lnSpc>
              <a:spcBef>
                <a:spcPts val="1200"/>
              </a:spcBef>
              <a:spcAft>
                <a:spcPts val="0"/>
              </a:spcAft>
              <a:buSzPts val="1400"/>
              <a:buNone/>
            </a:pPr>
            <a:r>
              <a:t/>
            </a:r>
            <a:endParaRPr/>
          </a:p>
        </p:txBody>
      </p:sp>
      <p:sp>
        <p:nvSpPr>
          <p:cNvPr id="1196" name="Google Shape;1196;p34"/>
          <p:cNvSpPr txBox="1"/>
          <p:nvPr>
            <p:ph type="title"/>
          </p:nvPr>
        </p:nvSpPr>
        <p:spPr>
          <a:xfrm>
            <a:off x="524125" y="501425"/>
            <a:ext cx="7704000" cy="1027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000000"/>
                </a:solidFill>
              </a:rPr>
              <a:t>      04</a:t>
            </a:r>
            <a:endParaRPr sz="2800">
              <a:solidFill>
                <a:srgbClr val="000000"/>
              </a:solidFill>
            </a:endParaRPr>
          </a:p>
          <a:p>
            <a:pPr indent="0" lvl="0" marL="0" rtl="0" algn="l">
              <a:spcBef>
                <a:spcPts val="0"/>
              </a:spcBef>
              <a:spcAft>
                <a:spcPts val="0"/>
              </a:spcAft>
              <a:buNone/>
            </a:pPr>
            <a:r>
              <a:rPr lang="en">
                <a:solidFill>
                  <a:srgbClr val="000000"/>
                </a:solidFill>
              </a:rPr>
              <a:t>      WORKFLOW (SYSTEM DESIGN)</a:t>
            </a:r>
            <a:endParaRPr sz="3200"/>
          </a:p>
        </p:txBody>
      </p:sp>
      <p:grpSp>
        <p:nvGrpSpPr>
          <p:cNvPr id="1197" name="Google Shape;1197;p34"/>
          <p:cNvGrpSpPr/>
          <p:nvPr/>
        </p:nvGrpSpPr>
        <p:grpSpPr>
          <a:xfrm>
            <a:off x="6316304" y="3686630"/>
            <a:ext cx="1119188" cy="921832"/>
            <a:chOff x="2436813" y="0"/>
            <a:chExt cx="3835462" cy="3159124"/>
          </a:xfrm>
        </p:grpSpPr>
        <p:sp>
          <p:nvSpPr>
            <p:cNvPr id="1198" name="Google Shape;1198;p34"/>
            <p:cNvSpPr/>
            <p:nvPr/>
          </p:nvSpPr>
          <p:spPr>
            <a:xfrm>
              <a:off x="4194175" y="0"/>
              <a:ext cx="2078035" cy="788986"/>
            </a:xfrm>
            <a:custGeom>
              <a:rect b="b" l="l" r="r" t="t"/>
              <a:pathLst>
                <a:path extrusionOk="0" h="1026" w="2701">
                  <a:moveTo>
                    <a:pt x="0" y="150"/>
                  </a:moveTo>
                  <a:cubicBezTo>
                    <a:pt x="0" y="876"/>
                    <a:pt x="0" y="876"/>
                    <a:pt x="0" y="876"/>
                  </a:cubicBezTo>
                  <a:cubicBezTo>
                    <a:pt x="0" y="959"/>
                    <a:pt x="67" y="1026"/>
                    <a:pt x="150" y="1026"/>
                  </a:cubicBezTo>
                  <a:cubicBezTo>
                    <a:pt x="2551" y="1026"/>
                    <a:pt x="2551" y="1026"/>
                    <a:pt x="2551" y="1026"/>
                  </a:cubicBezTo>
                  <a:cubicBezTo>
                    <a:pt x="2634" y="1026"/>
                    <a:pt x="2701" y="959"/>
                    <a:pt x="2701" y="876"/>
                  </a:cubicBezTo>
                  <a:cubicBezTo>
                    <a:pt x="2701" y="150"/>
                    <a:pt x="2701" y="150"/>
                    <a:pt x="2701" y="150"/>
                  </a:cubicBezTo>
                  <a:cubicBezTo>
                    <a:pt x="2701" y="67"/>
                    <a:pt x="2634" y="0"/>
                    <a:pt x="2551" y="0"/>
                  </a:cubicBezTo>
                  <a:cubicBezTo>
                    <a:pt x="150" y="0"/>
                    <a:pt x="150" y="0"/>
                    <a:pt x="150" y="0"/>
                  </a:cubicBezTo>
                  <a:cubicBezTo>
                    <a:pt x="67" y="0"/>
                    <a:pt x="0" y="67"/>
                    <a:pt x="0" y="15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99" name="Google Shape;1199;p34"/>
            <p:cNvSpPr/>
            <p:nvPr/>
          </p:nvSpPr>
          <p:spPr>
            <a:xfrm>
              <a:off x="4194175" y="168275"/>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0" name="Google Shape;1200;p34"/>
            <p:cNvSpPr/>
            <p:nvPr/>
          </p:nvSpPr>
          <p:spPr>
            <a:xfrm>
              <a:off x="4194175" y="352425"/>
              <a:ext cx="2078100" cy="82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1" name="Google Shape;1201;p34"/>
            <p:cNvSpPr/>
            <p:nvPr/>
          </p:nvSpPr>
          <p:spPr>
            <a:xfrm>
              <a:off x="4194175" y="534988"/>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2" name="Google Shape;1202;p34"/>
            <p:cNvSpPr/>
            <p:nvPr/>
          </p:nvSpPr>
          <p:spPr>
            <a:xfrm>
              <a:off x="4194175" y="788988"/>
              <a:ext cx="2078035" cy="790574"/>
            </a:xfrm>
            <a:custGeom>
              <a:rect b="b" l="l" r="r" t="t"/>
              <a:pathLst>
                <a:path extrusionOk="0" h="1027" w="2701">
                  <a:moveTo>
                    <a:pt x="0" y="150"/>
                  </a:moveTo>
                  <a:cubicBezTo>
                    <a:pt x="0" y="877"/>
                    <a:pt x="0" y="877"/>
                    <a:pt x="0" y="877"/>
                  </a:cubicBezTo>
                  <a:cubicBezTo>
                    <a:pt x="0" y="960"/>
                    <a:pt x="67" y="1027"/>
                    <a:pt x="150" y="1027"/>
                  </a:cubicBezTo>
                  <a:cubicBezTo>
                    <a:pt x="2551" y="1027"/>
                    <a:pt x="2551" y="1027"/>
                    <a:pt x="2551" y="1027"/>
                  </a:cubicBezTo>
                  <a:cubicBezTo>
                    <a:pt x="2634" y="1027"/>
                    <a:pt x="2701" y="960"/>
                    <a:pt x="2701" y="877"/>
                  </a:cubicBezTo>
                  <a:cubicBezTo>
                    <a:pt x="2701" y="150"/>
                    <a:pt x="2701" y="150"/>
                    <a:pt x="2701" y="150"/>
                  </a:cubicBezTo>
                  <a:cubicBezTo>
                    <a:pt x="2701" y="67"/>
                    <a:pt x="2634" y="0"/>
                    <a:pt x="2551" y="0"/>
                  </a:cubicBezTo>
                  <a:cubicBezTo>
                    <a:pt x="150" y="0"/>
                    <a:pt x="150" y="0"/>
                    <a:pt x="150" y="0"/>
                  </a:cubicBezTo>
                  <a:cubicBezTo>
                    <a:pt x="67" y="0"/>
                    <a:pt x="0" y="67"/>
                    <a:pt x="0" y="15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3" name="Google Shape;1203;p34"/>
            <p:cNvSpPr/>
            <p:nvPr/>
          </p:nvSpPr>
          <p:spPr>
            <a:xfrm>
              <a:off x="4194175" y="958850"/>
              <a:ext cx="2078100" cy="82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4" name="Google Shape;1204;p34"/>
            <p:cNvSpPr/>
            <p:nvPr/>
          </p:nvSpPr>
          <p:spPr>
            <a:xfrm>
              <a:off x="4194175" y="1141413"/>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5" name="Google Shape;1205;p34"/>
            <p:cNvSpPr/>
            <p:nvPr/>
          </p:nvSpPr>
          <p:spPr>
            <a:xfrm>
              <a:off x="4194175" y="1325563"/>
              <a:ext cx="2078100" cy="82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6" name="Google Shape;1206;p34"/>
            <p:cNvSpPr/>
            <p:nvPr/>
          </p:nvSpPr>
          <p:spPr>
            <a:xfrm>
              <a:off x="4194175" y="1579563"/>
              <a:ext cx="2078035" cy="788986"/>
            </a:xfrm>
            <a:custGeom>
              <a:rect b="b" l="l" r="r" t="t"/>
              <a:pathLst>
                <a:path extrusionOk="0" h="1026" w="2701">
                  <a:moveTo>
                    <a:pt x="0" y="150"/>
                  </a:moveTo>
                  <a:cubicBezTo>
                    <a:pt x="0" y="876"/>
                    <a:pt x="0" y="876"/>
                    <a:pt x="0" y="876"/>
                  </a:cubicBezTo>
                  <a:cubicBezTo>
                    <a:pt x="0" y="959"/>
                    <a:pt x="67" y="1026"/>
                    <a:pt x="150" y="1026"/>
                  </a:cubicBezTo>
                  <a:cubicBezTo>
                    <a:pt x="2551" y="1026"/>
                    <a:pt x="2551" y="1026"/>
                    <a:pt x="2551" y="1026"/>
                  </a:cubicBezTo>
                  <a:cubicBezTo>
                    <a:pt x="2634" y="1026"/>
                    <a:pt x="2701" y="959"/>
                    <a:pt x="2701" y="876"/>
                  </a:cubicBezTo>
                  <a:cubicBezTo>
                    <a:pt x="2701" y="150"/>
                    <a:pt x="2701" y="150"/>
                    <a:pt x="2701" y="150"/>
                  </a:cubicBezTo>
                  <a:cubicBezTo>
                    <a:pt x="2701" y="67"/>
                    <a:pt x="2634" y="0"/>
                    <a:pt x="2551" y="0"/>
                  </a:cubicBezTo>
                  <a:cubicBezTo>
                    <a:pt x="150" y="0"/>
                    <a:pt x="150" y="0"/>
                    <a:pt x="150" y="0"/>
                  </a:cubicBezTo>
                  <a:cubicBezTo>
                    <a:pt x="67" y="0"/>
                    <a:pt x="0" y="67"/>
                    <a:pt x="0" y="15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7" name="Google Shape;1207;p34"/>
            <p:cNvSpPr/>
            <p:nvPr/>
          </p:nvSpPr>
          <p:spPr>
            <a:xfrm>
              <a:off x="4194175" y="1747838"/>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8" name="Google Shape;1208;p34"/>
            <p:cNvSpPr/>
            <p:nvPr/>
          </p:nvSpPr>
          <p:spPr>
            <a:xfrm>
              <a:off x="4194175" y="1931988"/>
              <a:ext cx="2078100" cy="82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09" name="Google Shape;1209;p34"/>
            <p:cNvSpPr/>
            <p:nvPr/>
          </p:nvSpPr>
          <p:spPr>
            <a:xfrm>
              <a:off x="4194175" y="2114550"/>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0" name="Google Shape;1210;p34"/>
            <p:cNvSpPr/>
            <p:nvPr/>
          </p:nvSpPr>
          <p:spPr>
            <a:xfrm>
              <a:off x="4194175" y="2368550"/>
              <a:ext cx="2078035" cy="790574"/>
            </a:xfrm>
            <a:custGeom>
              <a:rect b="b" l="l" r="r" t="t"/>
              <a:pathLst>
                <a:path extrusionOk="0" h="1027" w="2701">
                  <a:moveTo>
                    <a:pt x="0" y="150"/>
                  </a:moveTo>
                  <a:cubicBezTo>
                    <a:pt x="0" y="877"/>
                    <a:pt x="0" y="877"/>
                    <a:pt x="0" y="877"/>
                  </a:cubicBezTo>
                  <a:cubicBezTo>
                    <a:pt x="0" y="960"/>
                    <a:pt x="67" y="1027"/>
                    <a:pt x="150" y="1027"/>
                  </a:cubicBezTo>
                  <a:cubicBezTo>
                    <a:pt x="2551" y="1027"/>
                    <a:pt x="2551" y="1027"/>
                    <a:pt x="2551" y="1027"/>
                  </a:cubicBezTo>
                  <a:cubicBezTo>
                    <a:pt x="2634" y="1027"/>
                    <a:pt x="2701" y="960"/>
                    <a:pt x="2701" y="877"/>
                  </a:cubicBezTo>
                  <a:cubicBezTo>
                    <a:pt x="2701" y="150"/>
                    <a:pt x="2701" y="150"/>
                    <a:pt x="2701" y="150"/>
                  </a:cubicBezTo>
                  <a:cubicBezTo>
                    <a:pt x="2701" y="67"/>
                    <a:pt x="2634" y="0"/>
                    <a:pt x="2551" y="0"/>
                  </a:cubicBezTo>
                  <a:cubicBezTo>
                    <a:pt x="150" y="0"/>
                    <a:pt x="150" y="0"/>
                    <a:pt x="150" y="0"/>
                  </a:cubicBezTo>
                  <a:cubicBezTo>
                    <a:pt x="67" y="0"/>
                    <a:pt x="0" y="67"/>
                    <a:pt x="0" y="15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1" name="Google Shape;1211;p34"/>
            <p:cNvSpPr/>
            <p:nvPr/>
          </p:nvSpPr>
          <p:spPr>
            <a:xfrm>
              <a:off x="4194175" y="2538413"/>
              <a:ext cx="2078100" cy="82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2" name="Google Shape;1212;p34"/>
            <p:cNvSpPr/>
            <p:nvPr/>
          </p:nvSpPr>
          <p:spPr>
            <a:xfrm>
              <a:off x="4194175" y="2720975"/>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3" name="Google Shape;1213;p34"/>
            <p:cNvSpPr/>
            <p:nvPr/>
          </p:nvSpPr>
          <p:spPr>
            <a:xfrm>
              <a:off x="4194175" y="2905125"/>
              <a:ext cx="2078100" cy="840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4" name="Google Shape;1214;p34"/>
            <p:cNvSpPr/>
            <p:nvPr/>
          </p:nvSpPr>
          <p:spPr>
            <a:xfrm>
              <a:off x="2436813" y="1220788"/>
              <a:ext cx="1936800" cy="19383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5" name="Google Shape;1215;p34"/>
            <p:cNvSpPr/>
            <p:nvPr/>
          </p:nvSpPr>
          <p:spPr>
            <a:xfrm>
              <a:off x="2689225" y="1474788"/>
              <a:ext cx="1430339" cy="1430338"/>
            </a:xfrm>
            <a:custGeom>
              <a:rect b="b" l="l" r="r" t="t"/>
              <a:pathLst>
                <a:path extrusionOk="0" h="1859" w="1858">
                  <a:moveTo>
                    <a:pt x="0" y="930"/>
                  </a:moveTo>
                  <a:cubicBezTo>
                    <a:pt x="0" y="984"/>
                    <a:pt x="5" y="1036"/>
                    <a:pt x="13" y="1088"/>
                  </a:cubicBezTo>
                  <a:cubicBezTo>
                    <a:pt x="29" y="1177"/>
                    <a:pt x="57" y="1261"/>
                    <a:pt x="95" y="1340"/>
                  </a:cubicBezTo>
                  <a:cubicBezTo>
                    <a:pt x="142" y="1436"/>
                    <a:pt x="206" y="1522"/>
                    <a:pt x="282" y="1596"/>
                  </a:cubicBezTo>
                  <a:cubicBezTo>
                    <a:pt x="345" y="1657"/>
                    <a:pt x="417" y="1710"/>
                    <a:pt x="496" y="1752"/>
                  </a:cubicBezTo>
                  <a:cubicBezTo>
                    <a:pt x="588" y="1800"/>
                    <a:pt x="689" y="1834"/>
                    <a:pt x="797" y="1849"/>
                  </a:cubicBezTo>
                  <a:cubicBezTo>
                    <a:pt x="840" y="1856"/>
                    <a:pt x="884" y="1859"/>
                    <a:pt x="929" y="1859"/>
                  </a:cubicBezTo>
                  <a:cubicBezTo>
                    <a:pt x="974" y="1859"/>
                    <a:pt x="1018" y="1856"/>
                    <a:pt x="1062" y="1849"/>
                  </a:cubicBezTo>
                  <a:cubicBezTo>
                    <a:pt x="1169" y="1834"/>
                    <a:pt x="1270" y="1800"/>
                    <a:pt x="1363" y="1752"/>
                  </a:cubicBezTo>
                  <a:cubicBezTo>
                    <a:pt x="1441" y="1710"/>
                    <a:pt x="1513" y="1657"/>
                    <a:pt x="1577" y="1596"/>
                  </a:cubicBezTo>
                  <a:cubicBezTo>
                    <a:pt x="1653" y="1522"/>
                    <a:pt x="1716" y="1436"/>
                    <a:pt x="1763" y="1340"/>
                  </a:cubicBezTo>
                  <a:cubicBezTo>
                    <a:pt x="1802" y="1261"/>
                    <a:pt x="1830" y="1177"/>
                    <a:pt x="1845" y="1088"/>
                  </a:cubicBezTo>
                  <a:cubicBezTo>
                    <a:pt x="1854" y="1036"/>
                    <a:pt x="1858" y="984"/>
                    <a:pt x="1858" y="930"/>
                  </a:cubicBezTo>
                  <a:cubicBezTo>
                    <a:pt x="1858" y="876"/>
                    <a:pt x="1854" y="823"/>
                    <a:pt x="1845" y="771"/>
                  </a:cubicBezTo>
                  <a:cubicBezTo>
                    <a:pt x="1829" y="682"/>
                    <a:pt x="1801" y="598"/>
                    <a:pt x="1763" y="519"/>
                  </a:cubicBezTo>
                  <a:cubicBezTo>
                    <a:pt x="1716" y="423"/>
                    <a:pt x="1653" y="337"/>
                    <a:pt x="1577" y="264"/>
                  </a:cubicBezTo>
                  <a:cubicBezTo>
                    <a:pt x="1513" y="202"/>
                    <a:pt x="1442" y="149"/>
                    <a:pt x="1363" y="108"/>
                  </a:cubicBezTo>
                  <a:cubicBezTo>
                    <a:pt x="1270" y="59"/>
                    <a:pt x="1169" y="25"/>
                    <a:pt x="1062" y="10"/>
                  </a:cubicBezTo>
                  <a:cubicBezTo>
                    <a:pt x="1018" y="4"/>
                    <a:pt x="974" y="0"/>
                    <a:pt x="929" y="0"/>
                  </a:cubicBezTo>
                  <a:cubicBezTo>
                    <a:pt x="884" y="0"/>
                    <a:pt x="840" y="4"/>
                    <a:pt x="797" y="10"/>
                  </a:cubicBezTo>
                  <a:cubicBezTo>
                    <a:pt x="689" y="25"/>
                    <a:pt x="588" y="59"/>
                    <a:pt x="495" y="108"/>
                  </a:cubicBezTo>
                  <a:cubicBezTo>
                    <a:pt x="417" y="149"/>
                    <a:pt x="345" y="202"/>
                    <a:pt x="282" y="263"/>
                  </a:cubicBezTo>
                  <a:cubicBezTo>
                    <a:pt x="206" y="337"/>
                    <a:pt x="142" y="423"/>
                    <a:pt x="95" y="519"/>
                  </a:cubicBezTo>
                  <a:cubicBezTo>
                    <a:pt x="57" y="598"/>
                    <a:pt x="29" y="682"/>
                    <a:pt x="13" y="771"/>
                  </a:cubicBezTo>
                  <a:cubicBezTo>
                    <a:pt x="5" y="823"/>
                    <a:pt x="0" y="876"/>
                    <a:pt x="0" y="93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6" name="Google Shape;1216;p34"/>
            <p:cNvSpPr/>
            <p:nvPr/>
          </p:nvSpPr>
          <p:spPr>
            <a:xfrm>
              <a:off x="2700338" y="1474788"/>
              <a:ext cx="1409701" cy="1430338"/>
            </a:xfrm>
            <a:custGeom>
              <a:rect b="b" l="l" r="r" t="t"/>
              <a:pathLst>
                <a:path extrusionOk="0" h="1859" w="1832">
                  <a:moveTo>
                    <a:pt x="0" y="1088"/>
                  </a:moveTo>
                  <a:cubicBezTo>
                    <a:pt x="488" y="930"/>
                    <a:pt x="488" y="930"/>
                    <a:pt x="488" y="930"/>
                  </a:cubicBezTo>
                  <a:cubicBezTo>
                    <a:pt x="0" y="771"/>
                    <a:pt x="0" y="771"/>
                    <a:pt x="0" y="771"/>
                  </a:cubicBezTo>
                  <a:cubicBezTo>
                    <a:pt x="16" y="682"/>
                    <a:pt x="44" y="598"/>
                    <a:pt x="82" y="519"/>
                  </a:cubicBezTo>
                  <a:cubicBezTo>
                    <a:pt x="569" y="678"/>
                    <a:pt x="569" y="678"/>
                    <a:pt x="569" y="678"/>
                  </a:cubicBezTo>
                  <a:cubicBezTo>
                    <a:pt x="269" y="263"/>
                    <a:pt x="269" y="263"/>
                    <a:pt x="269" y="263"/>
                  </a:cubicBezTo>
                  <a:cubicBezTo>
                    <a:pt x="332" y="202"/>
                    <a:pt x="404" y="149"/>
                    <a:pt x="482" y="108"/>
                  </a:cubicBezTo>
                  <a:cubicBezTo>
                    <a:pt x="784" y="522"/>
                    <a:pt x="784" y="522"/>
                    <a:pt x="784" y="522"/>
                  </a:cubicBezTo>
                  <a:cubicBezTo>
                    <a:pt x="784" y="10"/>
                    <a:pt x="784" y="10"/>
                    <a:pt x="784" y="10"/>
                  </a:cubicBezTo>
                  <a:cubicBezTo>
                    <a:pt x="827" y="4"/>
                    <a:pt x="871" y="0"/>
                    <a:pt x="916" y="0"/>
                  </a:cubicBezTo>
                  <a:cubicBezTo>
                    <a:pt x="961" y="0"/>
                    <a:pt x="1005" y="4"/>
                    <a:pt x="1049" y="10"/>
                  </a:cubicBezTo>
                  <a:cubicBezTo>
                    <a:pt x="1049" y="522"/>
                    <a:pt x="1049" y="522"/>
                    <a:pt x="1049" y="522"/>
                  </a:cubicBezTo>
                  <a:cubicBezTo>
                    <a:pt x="1350" y="108"/>
                    <a:pt x="1350" y="108"/>
                    <a:pt x="1350" y="108"/>
                  </a:cubicBezTo>
                  <a:cubicBezTo>
                    <a:pt x="1429" y="149"/>
                    <a:pt x="1500" y="202"/>
                    <a:pt x="1564" y="264"/>
                  </a:cubicBezTo>
                  <a:cubicBezTo>
                    <a:pt x="1263" y="678"/>
                    <a:pt x="1263" y="678"/>
                    <a:pt x="1263" y="678"/>
                  </a:cubicBezTo>
                  <a:cubicBezTo>
                    <a:pt x="1750" y="519"/>
                    <a:pt x="1750" y="519"/>
                    <a:pt x="1750" y="519"/>
                  </a:cubicBezTo>
                  <a:cubicBezTo>
                    <a:pt x="1788" y="598"/>
                    <a:pt x="1816" y="682"/>
                    <a:pt x="1832" y="771"/>
                  </a:cubicBezTo>
                  <a:cubicBezTo>
                    <a:pt x="1345" y="930"/>
                    <a:pt x="1345" y="930"/>
                    <a:pt x="1345" y="930"/>
                  </a:cubicBezTo>
                  <a:cubicBezTo>
                    <a:pt x="1832" y="1088"/>
                    <a:pt x="1832" y="1088"/>
                    <a:pt x="1832" y="1088"/>
                  </a:cubicBezTo>
                  <a:cubicBezTo>
                    <a:pt x="1817" y="1177"/>
                    <a:pt x="1789" y="1261"/>
                    <a:pt x="1750" y="1340"/>
                  </a:cubicBezTo>
                  <a:cubicBezTo>
                    <a:pt x="1263" y="1182"/>
                    <a:pt x="1263" y="1182"/>
                    <a:pt x="1263" y="1182"/>
                  </a:cubicBezTo>
                  <a:cubicBezTo>
                    <a:pt x="1564" y="1596"/>
                    <a:pt x="1564" y="1596"/>
                    <a:pt x="1564" y="1596"/>
                  </a:cubicBezTo>
                  <a:cubicBezTo>
                    <a:pt x="1500" y="1657"/>
                    <a:pt x="1428" y="1710"/>
                    <a:pt x="1350" y="1752"/>
                  </a:cubicBezTo>
                  <a:cubicBezTo>
                    <a:pt x="1049" y="1337"/>
                    <a:pt x="1049" y="1337"/>
                    <a:pt x="1049" y="1337"/>
                  </a:cubicBezTo>
                  <a:cubicBezTo>
                    <a:pt x="1049" y="1849"/>
                    <a:pt x="1049" y="1849"/>
                    <a:pt x="1049" y="1849"/>
                  </a:cubicBezTo>
                  <a:cubicBezTo>
                    <a:pt x="1005" y="1856"/>
                    <a:pt x="961" y="1859"/>
                    <a:pt x="916" y="1859"/>
                  </a:cubicBezTo>
                  <a:cubicBezTo>
                    <a:pt x="871" y="1859"/>
                    <a:pt x="827" y="1856"/>
                    <a:pt x="784" y="1849"/>
                  </a:cubicBezTo>
                  <a:cubicBezTo>
                    <a:pt x="784" y="1337"/>
                    <a:pt x="784" y="1337"/>
                    <a:pt x="784" y="1337"/>
                  </a:cubicBezTo>
                  <a:cubicBezTo>
                    <a:pt x="483" y="1752"/>
                    <a:pt x="483" y="1752"/>
                    <a:pt x="483" y="1752"/>
                  </a:cubicBezTo>
                  <a:cubicBezTo>
                    <a:pt x="404" y="1710"/>
                    <a:pt x="332" y="1657"/>
                    <a:pt x="269" y="1596"/>
                  </a:cubicBezTo>
                  <a:cubicBezTo>
                    <a:pt x="569" y="1181"/>
                    <a:pt x="569" y="1181"/>
                    <a:pt x="569" y="1181"/>
                  </a:cubicBezTo>
                  <a:cubicBezTo>
                    <a:pt x="82" y="1340"/>
                    <a:pt x="82" y="1340"/>
                    <a:pt x="82" y="1340"/>
                  </a:cubicBezTo>
                  <a:cubicBezTo>
                    <a:pt x="44" y="1261"/>
                    <a:pt x="16" y="1177"/>
                    <a:pt x="0" y="1088"/>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17" name="Google Shape;1217;p34"/>
            <p:cNvSpPr/>
            <p:nvPr/>
          </p:nvSpPr>
          <p:spPr>
            <a:xfrm>
              <a:off x="3219450" y="2005013"/>
              <a:ext cx="369900" cy="3699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18" name="Google Shape;1218;p34"/>
          <p:cNvGrpSpPr/>
          <p:nvPr/>
        </p:nvGrpSpPr>
        <p:grpSpPr>
          <a:xfrm>
            <a:off x="7561326" y="2814988"/>
            <a:ext cx="820800" cy="820800"/>
            <a:chOff x="7292976" y="1312863"/>
            <a:chExt cx="820800" cy="820800"/>
          </a:xfrm>
        </p:grpSpPr>
        <p:sp>
          <p:nvSpPr>
            <p:cNvPr id="1219" name="Google Shape;1219;p34"/>
            <p:cNvSpPr/>
            <p:nvPr/>
          </p:nvSpPr>
          <p:spPr>
            <a:xfrm>
              <a:off x="7292976" y="1312863"/>
              <a:ext cx="820800" cy="820800"/>
            </a:xfrm>
            <a:prstGeom prst="ellipse">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0" name="Google Shape;1220;p34"/>
            <p:cNvSpPr/>
            <p:nvPr/>
          </p:nvSpPr>
          <p:spPr>
            <a:xfrm>
              <a:off x="7353301" y="1374775"/>
              <a:ext cx="698400" cy="6969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1" name="Google Shape;1221;p34"/>
            <p:cNvSpPr/>
            <p:nvPr/>
          </p:nvSpPr>
          <p:spPr>
            <a:xfrm>
              <a:off x="7689851" y="1390650"/>
              <a:ext cx="25500" cy="81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2" name="Google Shape;1222;p34"/>
            <p:cNvSpPr/>
            <p:nvPr/>
          </p:nvSpPr>
          <p:spPr>
            <a:xfrm>
              <a:off x="7370763" y="1711325"/>
              <a:ext cx="81000" cy="23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3" name="Google Shape;1223;p34"/>
            <p:cNvSpPr/>
            <p:nvPr/>
          </p:nvSpPr>
          <p:spPr>
            <a:xfrm>
              <a:off x="7689851" y="1974850"/>
              <a:ext cx="25500" cy="81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4" name="Google Shape;1224;p34"/>
            <p:cNvSpPr/>
            <p:nvPr/>
          </p:nvSpPr>
          <p:spPr>
            <a:xfrm>
              <a:off x="7953376" y="1711325"/>
              <a:ext cx="81000" cy="23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5" name="Google Shape;1225;p34"/>
            <p:cNvSpPr/>
            <p:nvPr/>
          </p:nvSpPr>
          <p:spPr>
            <a:xfrm>
              <a:off x="7680326" y="1711325"/>
              <a:ext cx="39600" cy="396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6" name="Google Shape;1226;p34"/>
            <p:cNvSpPr/>
            <p:nvPr/>
          </p:nvSpPr>
          <p:spPr>
            <a:xfrm>
              <a:off x="7678738" y="1541463"/>
              <a:ext cx="46038" cy="177800"/>
            </a:xfrm>
            <a:custGeom>
              <a:rect b="b" l="l" r="r" t="t"/>
              <a:pathLst>
                <a:path extrusionOk="0" h="112" w="29">
                  <a:moveTo>
                    <a:pt x="29" y="26"/>
                  </a:moveTo>
                  <a:lnTo>
                    <a:pt x="15" y="0"/>
                  </a:lnTo>
                  <a:lnTo>
                    <a:pt x="0" y="26"/>
                  </a:lnTo>
                  <a:lnTo>
                    <a:pt x="10" y="26"/>
                  </a:lnTo>
                  <a:lnTo>
                    <a:pt x="10" y="112"/>
                  </a:lnTo>
                  <a:lnTo>
                    <a:pt x="19" y="112"/>
                  </a:lnTo>
                  <a:lnTo>
                    <a:pt x="19" y="26"/>
                  </a:lnTo>
                  <a:lnTo>
                    <a:pt x="29" y="26"/>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27" name="Google Shape;1227;p34"/>
            <p:cNvSpPr/>
            <p:nvPr/>
          </p:nvSpPr>
          <p:spPr>
            <a:xfrm>
              <a:off x="7556501" y="1708150"/>
              <a:ext cx="152400" cy="46038"/>
            </a:xfrm>
            <a:custGeom>
              <a:rect b="b" l="l" r="r" t="t"/>
              <a:pathLst>
                <a:path extrusionOk="0" h="29" w="96">
                  <a:moveTo>
                    <a:pt x="27" y="29"/>
                  </a:moveTo>
                  <a:lnTo>
                    <a:pt x="0" y="15"/>
                  </a:lnTo>
                  <a:lnTo>
                    <a:pt x="27" y="0"/>
                  </a:lnTo>
                  <a:lnTo>
                    <a:pt x="27" y="10"/>
                  </a:lnTo>
                  <a:lnTo>
                    <a:pt x="96" y="10"/>
                  </a:lnTo>
                  <a:lnTo>
                    <a:pt x="96" y="19"/>
                  </a:lnTo>
                  <a:lnTo>
                    <a:pt x="27" y="19"/>
                  </a:lnTo>
                  <a:lnTo>
                    <a:pt x="27" y="2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228" name="Google Shape;1228;p34"/>
          <p:cNvGrpSpPr/>
          <p:nvPr/>
        </p:nvGrpSpPr>
        <p:grpSpPr>
          <a:xfrm>
            <a:off x="7561360" y="3818288"/>
            <a:ext cx="820736" cy="790151"/>
            <a:chOff x="6448425" y="5903913"/>
            <a:chExt cx="982800" cy="946175"/>
          </a:xfrm>
        </p:grpSpPr>
        <p:sp>
          <p:nvSpPr>
            <p:cNvPr id="1229" name="Google Shape;1229;p34"/>
            <p:cNvSpPr/>
            <p:nvPr/>
          </p:nvSpPr>
          <p:spPr>
            <a:xfrm>
              <a:off x="6680200" y="5903913"/>
              <a:ext cx="519113" cy="360363"/>
            </a:xfrm>
            <a:custGeom>
              <a:rect b="b" l="l" r="r" t="t"/>
              <a:pathLst>
                <a:path extrusionOk="0" h="227" w="327">
                  <a:moveTo>
                    <a:pt x="327" y="227"/>
                  </a:moveTo>
                  <a:lnTo>
                    <a:pt x="0" y="227"/>
                  </a:lnTo>
                  <a:lnTo>
                    <a:pt x="0" y="0"/>
                  </a:lnTo>
                  <a:lnTo>
                    <a:pt x="327" y="0"/>
                  </a:lnTo>
                  <a:lnTo>
                    <a:pt x="327" y="227"/>
                  </a:lnTo>
                  <a:close/>
                  <a:moveTo>
                    <a:pt x="47" y="185"/>
                  </a:moveTo>
                  <a:lnTo>
                    <a:pt x="280" y="185"/>
                  </a:lnTo>
                  <a:lnTo>
                    <a:pt x="280" y="42"/>
                  </a:lnTo>
                  <a:lnTo>
                    <a:pt x="47" y="42"/>
                  </a:lnTo>
                  <a:lnTo>
                    <a:pt x="47" y="185"/>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0" name="Google Shape;1230;p34"/>
            <p:cNvSpPr/>
            <p:nvPr/>
          </p:nvSpPr>
          <p:spPr>
            <a:xfrm>
              <a:off x="6477000" y="6300788"/>
              <a:ext cx="925500" cy="5493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31" name="Google Shape;1231;p34"/>
            <p:cNvSpPr/>
            <p:nvPr/>
          </p:nvSpPr>
          <p:spPr>
            <a:xfrm>
              <a:off x="6448425" y="6119813"/>
              <a:ext cx="982800" cy="2223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5" name="Shape 1235"/>
        <p:cNvGrpSpPr/>
        <p:nvPr/>
      </p:nvGrpSpPr>
      <p:grpSpPr>
        <a:xfrm>
          <a:off x="0" y="0"/>
          <a:ext cx="0" cy="0"/>
          <a:chOff x="0" y="0"/>
          <a:chExt cx="0" cy="0"/>
        </a:xfrm>
      </p:grpSpPr>
      <p:sp>
        <p:nvSpPr>
          <p:cNvPr id="1236" name="Google Shape;1236;p35"/>
          <p:cNvSpPr txBox="1"/>
          <p:nvPr>
            <p:ph type="title"/>
          </p:nvPr>
        </p:nvSpPr>
        <p:spPr>
          <a:xfrm>
            <a:off x="1270975" y="1303650"/>
            <a:ext cx="3467400" cy="597600"/>
          </a:xfrm>
          <a:prstGeom prst="rect">
            <a:avLst/>
          </a:prstGeom>
          <a:noFill/>
          <a:ln>
            <a:noFill/>
          </a:ln>
        </p:spPr>
        <p:txBody>
          <a:bodyPr anchorCtr="0" anchor="b" bIns="91425" lIns="91425" spcFirstLastPara="1" rIns="91425" wrap="square" tIns="91425">
            <a:noAutofit/>
          </a:bodyPr>
          <a:lstStyle/>
          <a:p>
            <a:pPr indent="0" lvl="0" marL="0" rtl="0" algn="l">
              <a:spcBef>
                <a:spcPts val="0"/>
              </a:spcBef>
              <a:spcAft>
                <a:spcPts val="0"/>
              </a:spcAft>
              <a:buSzPts val="5000"/>
              <a:buNone/>
            </a:pPr>
            <a:r>
              <a:rPr lang="en" sz="3000"/>
              <a:t>Technology used</a:t>
            </a:r>
            <a:endParaRPr sz="3000"/>
          </a:p>
        </p:txBody>
      </p:sp>
      <p:sp>
        <p:nvSpPr>
          <p:cNvPr id="1237" name="Google Shape;1237;p35"/>
          <p:cNvSpPr txBox="1"/>
          <p:nvPr>
            <p:ph idx="2" type="title"/>
          </p:nvPr>
        </p:nvSpPr>
        <p:spPr>
          <a:xfrm>
            <a:off x="1270975" y="644850"/>
            <a:ext cx="717000" cy="6588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6000"/>
              <a:buNone/>
            </a:pPr>
            <a:r>
              <a:rPr lang="en" sz="3000"/>
              <a:t>05</a:t>
            </a:r>
            <a:endParaRPr sz="3000"/>
          </a:p>
        </p:txBody>
      </p:sp>
      <p:grpSp>
        <p:nvGrpSpPr>
          <p:cNvPr id="1238" name="Google Shape;1238;p35"/>
          <p:cNvGrpSpPr/>
          <p:nvPr/>
        </p:nvGrpSpPr>
        <p:grpSpPr>
          <a:xfrm>
            <a:off x="4738377" y="1601911"/>
            <a:ext cx="4136363" cy="2967498"/>
            <a:chOff x="4933950" y="825500"/>
            <a:chExt cx="7258051" cy="5207050"/>
          </a:xfrm>
        </p:grpSpPr>
        <p:sp>
          <p:nvSpPr>
            <p:cNvPr id="1239" name="Google Shape;1239;p35"/>
            <p:cNvSpPr/>
            <p:nvPr/>
          </p:nvSpPr>
          <p:spPr>
            <a:xfrm>
              <a:off x="6470650" y="3643313"/>
              <a:ext cx="3508500" cy="1302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0" name="Google Shape;1240;p35"/>
            <p:cNvSpPr/>
            <p:nvPr/>
          </p:nvSpPr>
          <p:spPr>
            <a:xfrm>
              <a:off x="9821863" y="3519488"/>
              <a:ext cx="157200" cy="1239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1" name="Google Shape;1241;p35"/>
            <p:cNvSpPr/>
            <p:nvPr/>
          </p:nvSpPr>
          <p:spPr>
            <a:xfrm>
              <a:off x="6470650" y="3519488"/>
              <a:ext cx="157200" cy="1239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2" name="Google Shape;1242;p35"/>
            <p:cNvSpPr/>
            <p:nvPr/>
          </p:nvSpPr>
          <p:spPr>
            <a:xfrm>
              <a:off x="4933950" y="1654175"/>
              <a:ext cx="6977075" cy="1901825"/>
            </a:xfrm>
            <a:custGeom>
              <a:rect b="b" l="l" r="r" t="t"/>
              <a:pathLst>
                <a:path extrusionOk="0" h="3030" w="11113">
                  <a:moveTo>
                    <a:pt x="11107" y="2046"/>
                  </a:moveTo>
                  <a:cubicBezTo>
                    <a:pt x="11106" y="2084"/>
                    <a:pt x="11104" y="2126"/>
                    <a:pt x="11100" y="2174"/>
                  </a:cubicBezTo>
                  <a:cubicBezTo>
                    <a:pt x="11099" y="2197"/>
                    <a:pt x="11096" y="2220"/>
                    <a:pt x="11093" y="2241"/>
                  </a:cubicBezTo>
                  <a:cubicBezTo>
                    <a:pt x="11086" y="2297"/>
                    <a:pt x="11074" y="2348"/>
                    <a:pt x="11055" y="2394"/>
                  </a:cubicBezTo>
                  <a:cubicBezTo>
                    <a:pt x="10969" y="2600"/>
                    <a:pt x="10733" y="2723"/>
                    <a:pt x="10035" y="2891"/>
                  </a:cubicBezTo>
                  <a:cubicBezTo>
                    <a:pt x="9966" y="2908"/>
                    <a:pt x="9855" y="2923"/>
                    <a:pt x="9708" y="2935"/>
                  </a:cubicBezTo>
                  <a:cubicBezTo>
                    <a:pt x="9299" y="2971"/>
                    <a:pt x="8616" y="2993"/>
                    <a:pt x="7804" y="3006"/>
                  </a:cubicBezTo>
                  <a:cubicBezTo>
                    <a:pt x="6242" y="3030"/>
                    <a:pt x="4203" y="3020"/>
                    <a:pt x="2716" y="3005"/>
                  </a:cubicBezTo>
                  <a:cubicBezTo>
                    <a:pt x="1875" y="2997"/>
                    <a:pt x="1211" y="2987"/>
                    <a:pt x="909" y="2982"/>
                  </a:cubicBezTo>
                  <a:cubicBezTo>
                    <a:pt x="806" y="2981"/>
                    <a:pt x="746" y="2980"/>
                    <a:pt x="734" y="2979"/>
                  </a:cubicBezTo>
                  <a:cubicBezTo>
                    <a:pt x="585" y="2974"/>
                    <a:pt x="0" y="2863"/>
                    <a:pt x="0" y="2803"/>
                  </a:cubicBezTo>
                  <a:cubicBezTo>
                    <a:pt x="0" y="2742"/>
                    <a:pt x="182" y="2599"/>
                    <a:pt x="155" y="2394"/>
                  </a:cubicBezTo>
                  <a:cubicBezTo>
                    <a:pt x="127" y="2190"/>
                    <a:pt x="83" y="1947"/>
                    <a:pt x="227" y="1666"/>
                  </a:cubicBezTo>
                  <a:cubicBezTo>
                    <a:pt x="524" y="1070"/>
                    <a:pt x="2268" y="1059"/>
                    <a:pt x="3382" y="1048"/>
                  </a:cubicBezTo>
                  <a:cubicBezTo>
                    <a:pt x="4772" y="0"/>
                    <a:pt x="5451" y="88"/>
                    <a:pt x="6196" y="66"/>
                  </a:cubicBezTo>
                  <a:cubicBezTo>
                    <a:pt x="7928" y="0"/>
                    <a:pt x="9815" y="789"/>
                    <a:pt x="10030" y="833"/>
                  </a:cubicBezTo>
                  <a:cubicBezTo>
                    <a:pt x="10245" y="877"/>
                    <a:pt x="10852" y="864"/>
                    <a:pt x="10889" y="879"/>
                  </a:cubicBezTo>
                  <a:cubicBezTo>
                    <a:pt x="10926" y="894"/>
                    <a:pt x="10896" y="953"/>
                    <a:pt x="10867" y="1008"/>
                  </a:cubicBezTo>
                  <a:cubicBezTo>
                    <a:pt x="10864" y="1014"/>
                    <a:pt x="10862" y="1024"/>
                    <a:pt x="10861" y="1038"/>
                  </a:cubicBezTo>
                  <a:cubicBezTo>
                    <a:pt x="10856" y="1112"/>
                    <a:pt x="10883" y="1291"/>
                    <a:pt x="10921" y="1440"/>
                  </a:cubicBezTo>
                  <a:cubicBezTo>
                    <a:pt x="10943" y="1525"/>
                    <a:pt x="10969" y="1601"/>
                    <a:pt x="10996" y="1640"/>
                  </a:cubicBezTo>
                  <a:cubicBezTo>
                    <a:pt x="11066" y="1745"/>
                    <a:pt x="11113" y="1804"/>
                    <a:pt x="11107" y="204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3" name="Google Shape;1243;p35"/>
            <p:cNvSpPr/>
            <p:nvPr/>
          </p:nvSpPr>
          <p:spPr>
            <a:xfrm>
              <a:off x="4933950" y="3157538"/>
              <a:ext cx="6940550" cy="398462"/>
            </a:xfrm>
            <a:custGeom>
              <a:rect b="b" l="l" r="r" t="t"/>
              <a:pathLst>
                <a:path extrusionOk="0" h="636" w="11055">
                  <a:moveTo>
                    <a:pt x="11055" y="0"/>
                  </a:moveTo>
                  <a:cubicBezTo>
                    <a:pt x="10969" y="206"/>
                    <a:pt x="10733" y="329"/>
                    <a:pt x="10035" y="497"/>
                  </a:cubicBezTo>
                  <a:cubicBezTo>
                    <a:pt x="9966" y="514"/>
                    <a:pt x="9855" y="529"/>
                    <a:pt x="9708" y="541"/>
                  </a:cubicBezTo>
                  <a:cubicBezTo>
                    <a:pt x="9299" y="577"/>
                    <a:pt x="8616" y="599"/>
                    <a:pt x="7804" y="612"/>
                  </a:cubicBezTo>
                  <a:cubicBezTo>
                    <a:pt x="6242" y="636"/>
                    <a:pt x="4203" y="626"/>
                    <a:pt x="2716" y="611"/>
                  </a:cubicBezTo>
                  <a:cubicBezTo>
                    <a:pt x="1875" y="603"/>
                    <a:pt x="1211" y="593"/>
                    <a:pt x="909" y="588"/>
                  </a:cubicBezTo>
                  <a:cubicBezTo>
                    <a:pt x="806" y="587"/>
                    <a:pt x="746" y="586"/>
                    <a:pt x="734" y="585"/>
                  </a:cubicBezTo>
                  <a:cubicBezTo>
                    <a:pt x="585" y="580"/>
                    <a:pt x="0" y="469"/>
                    <a:pt x="0" y="409"/>
                  </a:cubicBezTo>
                  <a:cubicBezTo>
                    <a:pt x="0" y="348"/>
                    <a:pt x="182" y="205"/>
                    <a:pt x="155" y="0"/>
                  </a:cubicBezTo>
                  <a:lnTo>
                    <a:pt x="11055" y="0"/>
                  </a:lnTo>
                  <a:close/>
                </a:path>
              </a:pathLst>
            </a:custGeom>
            <a:solidFill>
              <a:srgbClr val="02333F">
                <a:alpha val="29411"/>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4" name="Google Shape;1244;p35"/>
            <p:cNvSpPr/>
            <p:nvPr/>
          </p:nvSpPr>
          <p:spPr>
            <a:xfrm>
              <a:off x="7299325" y="1762125"/>
              <a:ext cx="1444623" cy="596900"/>
            </a:xfrm>
            <a:custGeom>
              <a:rect b="b" l="l" r="r" t="t"/>
              <a:pathLst>
                <a:path extrusionOk="0" h="949" w="2299">
                  <a:moveTo>
                    <a:pt x="2299" y="11"/>
                  </a:moveTo>
                  <a:cubicBezTo>
                    <a:pt x="2246" y="290"/>
                    <a:pt x="2246" y="290"/>
                    <a:pt x="2246" y="290"/>
                  </a:cubicBezTo>
                  <a:cubicBezTo>
                    <a:pt x="2124" y="930"/>
                    <a:pt x="2124" y="930"/>
                    <a:pt x="2124" y="930"/>
                  </a:cubicBezTo>
                  <a:cubicBezTo>
                    <a:pt x="2124" y="930"/>
                    <a:pt x="1906" y="938"/>
                    <a:pt x="1594" y="943"/>
                  </a:cubicBezTo>
                  <a:cubicBezTo>
                    <a:pt x="1300" y="947"/>
                    <a:pt x="923" y="949"/>
                    <a:pt x="569" y="937"/>
                  </a:cubicBezTo>
                  <a:cubicBezTo>
                    <a:pt x="365" y="931"/>
                    <a:pt x="169" y="920"/>
                    <a:pt x="0" y="903"/>
                  </a:cubicBezTo>
                  <a:cubicBezTo>
                    <a:pt x="425" y="488"/>
                    <a:pt x="930" y="266"/>
                    <a:pt x="1359" y="147"/>
                  </a:cubicBezTo>
                  <a:cubicBezTo>
                    <a:pt x="1887" y="0"/>
                    <a:pt x="2299" y="11"/>
                    <a:pt x="2299" y="11"/>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5" name="Google Shape;1245;p35"/>
            <p:cNvSpPr/>
            <p:nvPr/>
          </p:nvSpPr>
          <p:spPr>
            <a:xfrm>
              <a:off x="8896350" y="1778000"/>
              <a:ext cx="1236665" cy="568326"/>
            </a:xfrm>
            <a:custGeom>
              <a:rect b="b" l="l" r="r" t="t"/>
              <a:pathLst>
                <a:path extrusionOk="0" h="903" w="1971">
                  <a:moveTo>
                    <a:pt x="1971" y="285"/>
                  </a:moveTo>
                  <a:cubicBezTo>
                    <a:pt x="1934" y="786"/>
                    <a:pt x="1934" y="786"/>
                    <a:pt x="1934" y="786"/>
                  </a:cubicBezTo>
                  <a:cubicBezTo>
                    <a:pt x="1418" y="817"/>
                    <a:pt x="1418" y="817"/>
                    <a:pt x="1418" y="817"/>
                  </a:cubicBezTo>
                  <a:cubicBezTo>
                    <a:pt x="321" y="884"/>
                    <a:pt x="321" y="884"/>
                    <a:pt x="321" y="884"/>
                  </a:cubicBezTo>
                  <a:cubicBezTo>
                    <a:pt x="0" y="903"/>
                    <a:pt x="0" y="903"/>
                    <a:pt x="0" y="903"/>
                  </a:cubicBezTo>
                  <a:cubicBezTo>
                    <a:pt x="81" y="6"/>
                    <a:pt x="81" y="6"/>
                    <a:pt x="81" y="6"/>
                  </a:cubicBezTo>
                  <a:cubicBezTo>
                    <a:pt x="463" y="0"/>
                    <a:pt x="820" y="37"/>
                    <a:pt x="1119" y="85"/>
                  </a:cubicBezTo>
                  <a:cubicBezTo>
                    <a:pt x="1566" y="157"/>
                    <a:pt x="1882" y="256"/>
                    <a:pt x="1955" y="280"/>
                  </a:cubicBezTo>
                  <a:cubicBezTo>
                    <a:pt x="1966" y="283"/>
                    <a:pt x="1971" y="285"/>
                    <a:pt x="1971" y="285"/>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6" name="Google Shape;1246;p35"/>
            <p:cNvSpPr/>
            <p:nvPr/>
          </p:nvSpPr>
          <p:spPr>
            <a:xfrm>
              <a:off x="5094288" y="2563813"/>
              <a:ext cx="557213" cy="279400"/>
            </a:xfrm>
            <a:custGeom>
              <a:rect b="b" l="l" r="r" t="t"/>
              <a:pathLst>
                <a:path extrusionOk="0" h="444" w="888">
                  <a:moveTo>
                    <a:pt x="0" y="260"/>
                  </a:moveTo>
                  <a:cubicBezTo>
                    <a:pt x="0" y="260"/>
                    <a:pt x="568" y="0"/>
                    <a:pt x="805" y="91"/>
                  </a:cubicBezTo>
                  <a:cubicBezTo>
                    <a:pt x="888" y="161"/>
                    <a:pt x="712" y="260"/>
                    <a:pt x="616" y="304"/>
                  </a:cubicBezTo>
                  <a:cubicBezTo>
                    <a:pt x="520" y="348"/>
                    <a:pt x="311" y="444"/>
                    <a:pt x="270" y="444"/>
                  </a:cubicBezTo>
                  <a:cubicBezTo>
                    <a:pt x="230" y="444"/>
                    <a:pt x="105" y="440"/>
                    <a:pt x="57" y="429"/>
                  </a:cubicBezTo>
                  <a:cubicBezTo>
                    <a:pt x="9" y="418"/>
                    <a:pt x="0" y="260"/>
                    <a:pt x="0" y="260"/>
                  </a:cubicBez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7" name="Google Shape;1247;p35"/>
            <p:cNvSpPr/>
            <p:nvPr/>
          </p:nvSpPr>
          <p:spPr>
            <a:xfrm>
              <a:off x="11339513" y="2279650"/>
              <a:ext cx="450850" cy="277813"/>
            </a:xfrm>
            <a:custGeom>
              <a:rect b="b" l="l" r="r" t="t"/>
              <a:pathLst>
                <a:path extrusionOk="0" h="444" w="720">
                  <a:moveTo>
                    <a:pt x="720" y="444"/>
                  </a:moveTo>
                  <a:cubicBezTo>
                    <a:pt x="571" y="434"/>
                    <a:pt x="189" y="341"/>
                    <a:pt x="100" y="262"/>
                  </a:cubicBezTo>
                  <a:cubicBezTo>
                    <a:pt x="0" y="173"/>
                    <a:pt x="33" y="107"/>
                    <a:pt x="138" y="47"/>
                  </a:cubicBezTo>
                  <a:cubicBezTo>
                    <a:pt x="219" y="0"/>
                    <a:pt x="519" y="29"/>
                    <a:pt x="660" y="42"/>
                  </a:cubicBezTo>
                  <a:cubicBezTo>
                    <a:pt x="655" y="116"/>
                    <a:pt x="682" y="295"/>
                    <a:pt x="720" y="444"/>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8" name="Google Shape;1248;p35"/>
            <p:cNvSpPr/>
            <p:nvPr/>
          </p:nvSpPr>
          <p:spPr>
            <a:xfrm>
              <a:off x="11766550" y="2935288"/>
              <a:ext cx="141287" cy="125413"/>
            </a:xfrm>
            <a:custGeom>
              <a:rect b="b" l="l" r="r" t="t"/>
              <a:pathLst>
                <a:path extrusionOk="0" h="200" w="226">
                  <a:moveTo>
                    <a:pt x="226" y="5"/>
                  </a:moveTo>
                  <a:cubicBezTo>
                    <a:pt x="179" y="0"/>
                    <a:pt x="122" y="0"/>
                    <a:pt x="81" y="19"/>
                  </a:cubicBezTo>
                  <a:cubicBezTo>
                    <a:pt x="0" y="55"/>
                    <a:pt x="23" y="111"/>
                    <a:pt x="48" y="133"/>
                  </a:cubicBezTo>
                  <a:cubicBezTo>
                    <a:pt x="61" y="144"/>
                    <a:pt x="139" y="174"/>
                    <a:pt x="212" y="200"/>
                  </a:cubicBezTo>
                  <a:lnTo>
                    <a:pt x="226" y="5"/>
                  </a:lnTo>
                  <a:close/>
                </a:path>
              </a:pathLst>
            </a:cu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9" name="Google Shape;1249;p35"/>
            <p:cNvSpPr/>
            <p:nvPr/>
          </p:nvSpPr>
          <p:spPr>
            <a:xfrm>
              <a:off x="8335963" y="2474913"/>
              <a:ext cx="360363" cy="128587"/>
            </a:xfrm>
            <a:custGeom>
              <a:rect b="b" l="l" r="r" t="t"/>
              <a:pathLst>
                <a:path extrusionOk="0" h="206" w="575">
                  <a:moveTo>
                    <a:pt x="553" y="54"/>
                  </a:moveTo>
                  <a:cubicBezTo>
                    <a:pt x="542" y="43"/>
                    <a:pt x="528" y="35"/>
                    <a:pt x="513" y="30"/>
                  </a:cubicBezTo>
                  <a:cubicBezTo>
                    <a:pt x="476" y="17"/>
                    <a:pt x="438" y="9"/>
                    <a:pt x="399" y="6"/>
                  </a:cubicBezTo>
                  <a:cubicBezTo>
                    <a:pt x="338" y="0"/>
                    <a:pt x="278" y="6"/>
                    <a:pt x="219" y="18"/>
                  </a:cubicBezTo>
                  <a:cubicBezTo>
                    <a:pt x="171" y="29"/>
                    <a:pt x="96" y="41"/>
                    <a:pt x="59" y="74"/>
                  </a:cubicBezTo>
                  <a:cubicBezTo>
                    <a:pt x="0" y="126"/>
                    <a:pt x="140" y="169"/>
                    <a:pt x="172" y="177"/>
                  </a:cubicBezTo>
                  <a:cubicBezTo>
                    <a:pt x="279" y="206"/>
                    <a:pt x="397" y="196"/>
                    <a:pt x="502" y="163"/>
                  </a:cubicBezTo>
                  <a:cubicBezTo>
                    <a:pt x="523" y="156"/>
                    <a:pt x="543" y="146"/>
                    <a:pt x="556" y="129"/>
                  </a:cubicBezTo>
                  <a:cubicBezTo>
                    <a:pt x="575" y="106"/>
                    <a:pt x="573" y="76"/>
                    <a:pt x="553" y="54"/>
                  </a:cubicBezTo>
                  <a:close/>
                </a:path>
              </a:pathLst>
            </a:custGeom>
            <a:solidFill>
              <a:srgbClr val="CACACA"/>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0" name="Google Shape;1250;p35"/>
            <p:cNvSpPr/>
            <p:nvPr/>
          </p:nvSpPr>
          <p:spPr>
            <a:xfrm>
              <a:off x="9799638" y="2397125"/>
              <a:ext cx="361950" cy="130175"/>
            </a:xfrm>
            <a:custGeom>
              <a:rect b="b" l="l" r="r" t="t"/>
              <a:pathLst>
                <a:path extrusionOk="0" h="207" w="575">
                  <a:moveTo>
                    <a:pt x="553" y="54"/>
                  </a:moveTo>
                  <a:cubicBezTo>
                    <a:pt x="542" y="43"/>
                    <a:pt x="528" y="35"/>
                    <a:pt x="513" y="30"/>
                  </a:cubicBezTo>
                  <a:cubicBezTo>
                    <a:pt x="476" y="17"/>
                    <a:pt x="437" y="9"/>
                    <a:pt x="398" y="6"/>
                  </a:cubicBezTo>
                  <a:cubicBezTo>
                    <a:pt x="338" y="0"/>
                    <a:pt x="277" y="6"/>
                    <a:pt x="219" y="18"/>
                  </a:cubicBezTo>
                  <a:cubicBezTo>
                    <a:pt x="171" y="29"/>
                    <a:pt x="96" y="41"/>
                    <a:pt x="59" y="74"/>
                  </a:cubicBezTo>
                  <a:cubicBezTo>
                    <a:pt x="0" y="126"/>
                    <a:pt x="140" y="169"/>
                    <a:pt x="172" y="177"/>
                  </a:cubicBezTo>
                  <a:cubicBezTo>
                    <a:pt x="279" y="207"/>
                    <a:pt x="397" y="196"/>
                    <a:pt x="502" y="163"/>
                  </a:cubicBezTo>
                  <a:cubicBezTo>
                    <a:pt x="522" y="156"/>
                    <a:pt x="543" y="146"/>
                    <a:pt x="556" y="129"/>
                  </a:cubicBezTo>
                  <a:cubicBezTo>
                    <a:pt x="575" y="106"/>
                    <a:pt x="573" y="76"/>
                    <a:pt x="553" y="54"/>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1" name="Google Shape;1251;p35"/>
            <p:cNvSpPr/>
            <p:nvPr/>
          </p:nvSpPr>
          <p:spPr>
            <a:xfrm>
              <a:off x="5472113" y="2725738"/>
              <a:ext cx="1204914" cy="814386"/>
            </a:xfrm>
            <a:custGeom>
              <a:rect b="b" l="l" r="r" t="t"/>
              <a:pathLst>
                <a:path extrusionOk="0" h="1297" w="1921">
                  <a:moveTo>
                    <a:pt x="1921" y="960"/>
                  </a:moveTo>
                  <a:cubicBezTo>
                    <a:pt x="1921" y="1079"/>
                    <a:pt x="1899" y="1192"/>
                    <a:pt x="1860" y="1297"/>
                  </a:cubicBezTo>
                  <a:cubicBezTo>
                    <a:pt x="1019" y="1289"/>
                    <a:pt x="355" y="1279"/>
                    <a:pt x="53" y="1274"/>
                  </a:cubicBezTo>
                  <a:cubicBezTo>
                    <a:pt x="19" y="1176"/>
                    <a:pt x="0" y="1070"/>
                    <a:pt x="0" y="960"/>
                  </a:cubicBezTo>
                  <a:cubicBezTo>
                    <a:pt x="0" y="430"/>
                    <a:pt x="430" y="0"/>
                    <a:pt x="961" y="0"/>
                  </a:cubicBezTo>
                  <a:cubicBezTo>
                    <a:pt x="1491" y="0"/>
                    <a:pt x="1921" y="430"/>
                    <a:pt x="1921" y="96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2" name="Google Shape;1252;p35"/>
            <p:cNvSpPr/>
            <p:nvPr/>
          </p:nvSpPr>
          <p:spPr>
            <a:xfrm>
              <a:off x="5561013" y="2819400"/>
              <a:ext cx="1017600" cy="10191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3" name="Google Shape;1253;p35"/>
            <p:cNvSpPr/>
            <p:nvPr/>
          </p:nvSpPr>
          <p:spPr>
            <a:xfrm>
              <a:off x="5694363" y="2954338"/>
              <a:ext cx="752476" cy="750887"/>
            </a:xfrm>
            <a:custGeom>
              <a:rect b="b" l="l" r="r" t="t"/>
              <a:pathLst>
                <a:path extrusionOk="0" h="1197" w="1197">
                  <a:moveTo>
                    <a:pt x="1197" y="598"/>
                  </a:moveTo>
                  <a:cubicBezTo>
                    <a:pt x="1197" y="633"/>
                    <a:pt x="1194" y="667"/>
                    <a:pt x="1188" y="700"/>
                  </a:cubicBezTo>
                  <a:cubicBezTo>
                    <a:pt x="1178" y="758"/>
                    <a:pt x="1160" y="812"/>
                    <a:pt x="1136" y="863"/>
                  </a:cubicBezTo>
                  <a:cubicBezTo>
                    <a:pt x="1105" y="924"/>
                    <a:pt x="1064" y="980"/>
                    <a:pt x="1016" y="1027"/>
                  </a:cubicBezTo>
                  <a:cubicBezTo>
                    <a:pt x="975" y="1067"/>
                    <a:pt x="928" y="1101"/>
                    <a:pt x="878" y="1128"/>
                  </a:cubicBezTo>
                  <a:cubicBezTo>
                    <a:pt x="818" y="1159"/>
                    <a:pt x="753" y="1181"/>
                    <a:pt x="684" y="1191"/>
                  </a:cubicBezTo>
                  <a:cubicBezTo>
                    <a:pt x="656" y="1195"/>
                    <a:pt x="627" y="1197"/>
                    <a:pt x="598" y="1197"/>
                  </a:cubicBezTo>
                  <a:cubicBezTo>
                    <a:pt x="569" y="1197"/>
                    <a:pt x="541" y="1195"/>
                    <a:pt x="513" y="1191"/>
                  </a:cubicBezTo>
                  <a:cubicBezTo>
                    <a:pt x="444" y="1181"/>
                    <a:pt x="379" y="1159"/>
                    <a:pt x="319" y="1128"/>
                  </a:cubicBezTo>
                  <a:cubicBezTo>
                    <a:pt x="268" y="1101"/>
                    <a:pt x="222" y="1067"/>
                    <a:pt x="181" y="1027"/>
                  </a:cubicBezTo>
                  <a:cubicBezTo>
                    <a:pt x="132" y="980"/>
                    <a:pt x="92" y="924"/>
                    <a:pt x="61" y="863"/>
                  </a:cubicBezTo>
                  <a:cubicBezTo>
                    <a:pt x="36" y="812"/>
                    <a:pt x="18" y="758"/>
                    <a:pt x="8" y="700"/>
                  </a:cubicBezTo>
                  <a:cubicBezTo>
                    <a:pt x="3" y="667"/>
                    <a:pt x="0" y="633"/>
                    <a:pt x="0" y="598"/>
                  </a:cubicBezTo>
                  <a:cubicBezTo>
                    <a:pt x="0" y="564"/>
                    <a:pt x="3" y="529"/>
                    <a:pt x="9" y="496"/>
                  </a:cubicBezTo>
                  <a:cubicBezTo>
                    <a:pt x="18" y="439"/>
                    <a:pt x="36" y="384"/>
                    <a:pt x="61" y="334"/>
                  </a:cubicBezTo>
                  <a:cubicBezTo>
                    <a:pt x="92" y="272"/>
                    <a:pt x="132" y="217"/>
                    <a:pt x="181" y="169"/>
                  </a:cubicBezTo>
                  <a:cubicBezTo>
                    <a:pt x="222" y="130"/>
                    <a:pt x="268" y="96"/>
                    <a:pt x="319" y="69"/>
                  </a:cubicBezTo>
                  <a:cubicBezTo>
                    <a:pt x="379" y="37"/>
                    <a:pt x="444" y="16"/>
                    <a:pt x="513" y="6"/>
                  </a:cubicBezTo>
                  <a:cubicBezTo>
                    <a:pt x="541" y="2"/>
                    <a:pt x="569" y="0"/>
                    <a:pt x="598" y="0"/>
                  </a:cubicBezTo>
                  <a:cubicBezTo>
                    <a:pt x="627" y="0"/>
                    <a:pt x="656" y="2"/>
                    <a:pt x="684" y="6"/>
                  </a:cubicBezTo>
                  <a:cubicBezTo>
                    <a:pt x="753" y="16"/>
                    <a:pt x="818" y="37"/>
                    <a:pt x="878" y="69"/>
                  </a:cubicBezTo>
                  <a:cubicBezTo>
                    <a:pt x="928" y="96"/>
                    <a:pt x="975" y="130"/>
                    <a:pt x="1016" y="169"/>
                  </a:cubicBezTo>
                  <a:cubicBezTo>
                    <a:pt x="1064" y="217"/>
                    <a:pt x="1105" y="272"/>
                    <a:pt x="1135" y="334"/>
                  </a:cubicBezTo>
                  <a:cubicBezTo>
                    <a:pt x="1160" y="384"/>
                    <a:pt x="1178" y="439"/>
                    <a:pt x="1188" y="496"/>
                  </a:cubicBezTo>
                  <a:cubicBezTo>
                    <a:pt x="1194" y="529"/>
                    <a:pt x="1197" y="564"/>
                    <a:pt x="1197" y="598"/>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4" name="Google Shape;1254;p35"/>
            <p:cNvSpPr/>
            <p:nvPr/>
          </p:nvSpPr>
          <p:spPr>
            <a:xfrm>
              <a:off x="5699125" y="2954338"/>
              <a:ext cx="741362" cy="750887"/>
            </a:xfrm>
            <a:custGeom>
              <a:rect b="b" l="l" r="r" t="t"/>
              <a:pathLst>
                <a:path extrusionOk="0" h="1197" w="1180">
                  <a:moveTo>
                    <a:pt x="1180" y="700"/>
                  </a:moveTo>
                  <a:cubicBezTo>
                    <a:pt x="866" y="598"/>
                    <a:pt x="866" y="598"/>
                    <a:pt x="866" y="598"/>
                  </a:cubicBezTo>
                  <a:cubicBezTo>
                    <a:pt x="1180" y="496"/>
                    <a:pt x="1180" y="496"/>
                    <a:pt x="1180" y="496"/>
                  </a:cubicBezTo>
                  <a:cubicBezTo>
                    <a:pt x="1170" y="439"/>
                    <a:pt x="1152" y="384"/>
                    <a:pt x="1127" y="334"/>
                  </a:cubicBezTo>
                  <a:cubicBezTo>
                    <a:pt x="814" y="436"/>
                    <a:pt x="814" y="436"/>
                    <a:pt x="814" y="436"/>
                  </a:cubicBezTo>
                  <a:cubicBezTo>
                    <a:pt x="1008" y="169"/>
                    <a:pt x="1008" y="169"/>
                    <a:pt x="1008" y="169"/>
                  </a:cubicBezTo>
                  <a:cubicBezTo>
                    <a:pt x="967" y="130"/>
                    <a:pt x="920" y="96"/>
                    <a:pt x="870" y="69"/>
                  </a:cubicBezTo>
                  <a:cubicBezTo>
                    <a:pt x="676" y="336"/>
                    <a:pt x="676" y="336"/>
                    <a:pt x="676" y="336"/>
                  </a:cubicBezTo>
                  <a:cubicBezTo>
                    <a:pt x="676" y="6"/>
                    <a:pt x="676" y="6"/>
                    <a:pt x="676" y="6"/>
                  </a:cubicBezTo>
                  <a:cubicBezTo>
                    <a:pt x="648" y="2"/>
                    <a:pt x="619" y="0"/>
                    <a:pt x="590" y="0"/>
                  </a:cubicBezTo>
                  <a:cubicBezTo>
                    <a:pt x="561" y="0"/>
                    <a:pt x="533" y="2"/>
                    <a:pt x="505" y="6"/>
                  </a:cubicBezTo>
                  <a:cubicBezTo>
                    <a:pt x="505" y="336"/>
                    <a:pt x="505" y="336"/>
                    <a:pt x="505" y="336"/>
                  </a:cubicBezTo>
                  <a:cubicBezTo>
                    <a:pt x="311" y="69"/>
                    <a:pt x="311" y="69"/>
                    <a:pt x="311" y="69"/>
                  </a:cubicBezTo>
                  <a:cubicBezTo>
                    <a:pt x="260" y="96"/>
                    <a:pt x="214" y="130"/>
                    <a:pt x="173" y="169"/>
                  </a:cubicBezTo>
                  <a:cubicBezTo>
                    <a:pt x="367" y="436"/>
                    <a:pt x="367" y="436"/>
                    <a:pt x="367" y="436"/>
                  </a:cubicBezTo>
                  <a:cubicBezTo>
                    <a:pt x="53" y="334"/>
                    <a:pt x="53" y="334"/>
                    <a:pt x="53" y="334"/>
                  </a:cubicBezTo>
                  <a:cubicBezTo>
                    <a:pt x="28" y="384"/>
                    <a:pt x="10" y="439"/>
                    <a:pt x="1" y="496"/>
                  </a:cubicBezTo>
                  <a:cubicBezTo>
                    <a:pt x="314" y="598"/>
                    <a:pt x="314" y="598"/>
                    <a:pt x="314" y="598"/>
                  </a:cubicBezTo>
                  <a:cubicBezTo>
                    <a:pt x="0" y="700"/>
                    <a:pt x="0" y="700"/>
                    <a:pt x="0" y="700"/>
                  </a:cubicBezTo>
                  <a:cubicBezTo>
                    <a:pt x="10" y="758"/>
                    <a:pt x="28" y="812"/>
                    <a:pt x="53" y="863"/>
                  </a:cubicBezTo>
                  <a:cubicBezTo>
                    <a:pt x="367" y="761"/>
                    <a:pt x="367" y="761"/>
                    <a:pt x="367" y="761"/>
                  </a:cubicBezTo>
                  <a:cubicBezTo>
                    <a:pt x="173" y="1027"/>
                    <a:pt x="173" y="1027"/>
                    <a:pt x="173" y="1027"/>
                  </a:cubicBezTo>
                  <a:cubicBezTo>
                    <a:pt x="214" y="1067"/>
                    <a:pt x="260" y="1101"/>
                    <a:pt x="311" y="1128"/>
                  </a:cubicBezTo>
                  <a:cubicBezTo>
                    <a:pt x="505" y="861"/>
                    <a:pt x="505" y="861"/>
                    <a:pt x="505" y="861"/>
                  </a:cubicBezTo>
                  <a:cubicBezTo>
                    <a:pt x="505" y="1191"/>
                    <a:pt x="505" y="1191"/>
                    <a:pt x="505" y="1191"/>
                  </a:cubicBezTo>
                  <a:cubicBezTo>
                    <a:pt x="533" y="1195"/>
                    <a:pt x="561" y="1197"/>
                    <a:pt x="590" y="1197"/>
                  </a:cubicBezTo>
                  <a:cubicBezTo>
                    <a:pt x="619" y="1197"/>
                    <a:pt x="648" y="1195"/>
                    <a:pt x="676" y="1191"/>
                  </a:cubicBezTo>
                  <a:cubicBezTo>
                    <a:pt x="676" y="861"/>
                    <a:pt x="676" y="861"/>
                    <a:pt x="676" y="861"/>
                  </a:cubicBezTo>
                  <a:cubicBezTo>
                    <a:pt x="870" y="1128"/>
                    <a:pt x="870" y="1128"/>
                    <a:pt x="870" y="1128"/>
                  </a:cubicBezTo>
                  <a:cubicBezTo>
                    <a:pt x="920" y="1101"/>
                    <a:pt x="967" y="1067"/>
                    <a:pt x="1008" y="1027"/>
                  </a:cubicBezTo>
                  <a:cubicBezTo>
                    <a:pt x="814" y="760"/>
                    <a:pt x="814" y="760"/>
                    <a:pt x="814" y="760"/>
                  </a:cubicBezTo>
                  <a:cubicBezTo>
                    <a:pt x="1128" y="863"/>
                    <a:pt x="1128" y="863"/>
                    <a:pt x="1128" y="863"/>
                  </a:cubicBezTo>
                  <a:cubicBezTo>
                    <a:pt x="1152" y="812"/>
                    <a:pt x="1170" y="758"/>
                    <a:pt x="1180" y="70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5" name="Google Shape;1255;p35"/>
            <p:cNvSpPr/>
            <p:nvPr/>
          </p:nvSpPr>
          <p:spPr>
            <a:xfrm>
              <a:off x="5973763" y="3232150"/>
              <a:ext cx="193800" cy="1938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6" name="Google Shape;1256;p35"/>
            <p:cNvSpPr/>
            <p:nvPr/>
          </p:nvSpPr>
          <p:spPr>
            <a:xfrm>
              <a:off x="9828213" y="2725738"/>
              <a:ext cx="1204910" cy="815975"/>
            </a:xfrm>
            <a:custGeom>
              <a:rect b="b" l="l" r="r" t="t"/>
              <a:pathLst>
                <a:path extrusionOk="0" h="1298" w="1920">
                  <a:moveTo>
                    <a:pt x="1920" y="960"/>
                  </a:moveTo>
                  <a:cubicBezTo>
                    <a:pt x="1920" y="1000"/>
                    <a:pt x="1918" y="1104"/>
                    <a:pt x="1913" y="1227"/>
                  </a:cubicBezTo>
                  <a:cubicBezTo>
                    <a:pt x="1504" y="1263"/>
                    <a:pt x="821" y="1285"/>
                    <a:pt x="9" y="1298"/>
                  </a:cubicBezTo>
                  <a:cubicBezTo>
                    <a:pt x="3" y="1143"/>
                    <a:pt x="0" y="1005"/>
                    <a:pt x="0" y="960"/>
                  </a:cubicBezTo>
                  <a:cubicBezTo>
                    <a:pt x="0" y="430"/>
                    <a:pt x="430" y="0"/>
                    <a:pt x="960" y="0"/>
                  </a:cubicBezTo>
                  <a:cubicBezTo>
                    <a:pt x="1490" y="0"/>
                    <a:pt x="1920" y="430"/>
                    <a:pt x="1920" y="96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7" name="Google Shape;1257;p35"/>
            <p:cNvSpPr/>
            <p:nvPr/>
          </p:nvSpPr>
          <p:spPr>
            <a:xfrm>
              <a:off x="9917113" y="2819400"/>
              <a:ext cx="1019100" cy="10191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8" name="Google Shape;1258;p35"/>
            <p:cNvSpPr/>
            <p:nvPr/>
          </p:nvSpPr>
          <p:spPr>
            <a:xfrm>
              <a:off x="10050463" y="2954338"/>
              <a:ext cx="750887" cy="750887"/>
            </a:xfrm>
            <a:custGeom>
              <a:rect b="b" l="l" r="r" t="t"/>
              <a:pathLst>
                <a:path extrusionOk="0" h="1197" w="1197">
                  <a:moveTo>
                    <a:pt x="1197" y="598"/>
                  </a:moveTo>
                  <a:cubicBezTo>
                    <a:pt x="1197" y="633"/>
                    <a:pt x="1194" y="667"/>
                    <a:pt x="1189" y="700"/>
                  </a:cubicBezTo>
                  <a:cubicBezTo>
                    <a:pt x="1179" y="758"/>
                    <a:pt x="1161" y="812"/>
                    <a:pt x="1136" y="863"/>
                  </a:cubicBezTo>
                  <a:cubicBezTo>
                    <a:pt x="1105" y="924"/>
                    <a:pt x="1065" y="980"/>
                    <a:pt x="1016" y="1027"/>
                  </a:cubicBezTo>
                  <a:cubicBezTo>
                    <a:pt x="975" y="1067"/>
                    <a:pt x="929" y="1101"/>
                    <a:pt x="878" y="1128"/>
                  </a:cubicBezTo>
                  <a:cubicBezTo>
                    <a:pt x="818" y="1159"/>
                    <a:pt x="753" y="1181"/>
                    <a:pt x="684" y="1191"/>
                  </a:cubicBezTo>
                  <a:cubicBezTo>
                    <a:pt x="656" y="1195"/>
                    <a:pt x="628" y="1197"/>
                    <a:pt x="599" y="1197"/>
                  </a:cubicBezTo>
                  <a:cubicBezTo>
                    <a:pt x="570" y="1197"/>
                    <a:pt x="541" y="1195"/>
                    <a:pt x="513" y="1191"/>
                  </a:cubicBezTo>
                  <a:cubicBezTo>
                    <a:pt x="444" y="1181"/>
                    <a:pt x="379" y="1159"/>
                    <a:pt x="319" y="1128"/>
                  </a:cubicBezTo>
                  <a:cubicBezTo>
                    <a:pt x="269" y="1101"/>
                    <a:pt x="222" y="1067"/>
                    <a:pt x="182" y="1027"/>
                  </a:cubicBezTo>
                  <a:cubicBezTo>
                    <a:pt x="133" y="980"/>
                    <a:pt x="92" y="924"/>
                    <a:pt x="61" y="863"/>
                  </a:cubicBezTo>
                  <a:cubicBezTo>
                    <a:pt x="37" y="812"/>
                    <a:pt x="19" y="758"/>
                    <a:pt x="9" y="700"/>
                  </a:cubicBezTo>
                  <a:cubicBezTo>
                    <a:pt x="3" y="667"/>
                    <a:pt x="0" y="633"/>
                    <a:pt x="0" y="598"/>
                  </a:cubicBezTo>
                  <a:cubicBezTo>
                    <a:pt x="0" y="564"/>
                    <a:pt x="3" y="529"/>
                    <a:pt x="9" y="496"/>
                  </a:cubicBezTo>
                  <a:cubicBezTo>
                    <a:pt x="19" y="439"/>
                    <a:pt x="37" y="384"/>
                    <a:pt x="62" y="334"/>
                  </a:cubicBezTo>
                  <a:cubicBezTo>
                    <a:pt x="92" y="272"/>
                    <a:pt x="133" y="217"/>
                    <a:pt x="182" y="169"/>
                  </a:cubicBezTo>
                  <a:cubicBezTo>
                    <a:pt x="222" y="130"/>
                    <a:pt x="269" y="96"/>
                    <a:pt x="319" y="69"/>
                  </a:cubicBezTo>
                  <a:cubicBezTo>
                    <a:pt x="379" y="37"/>
                    <a:pt x="444" y="16"/>
                    <a:pt x="513" y="6"/>
                  </a:cubicBezTo>
                  <a:cubicBezTo>
                    <a:pt x="541" y="2"/>
                    <a:pt x="570" y="0"/>
                    <a:pt x="599" y="0"/>
                  </a:cubicBezTo>
                  <a:cubicBezTo>
                    <a:pt x="628" y="0"/>
                    <a:pt x="656" y="2"/>
                    <a:pt x="684" y="6"/>
                  </a:cubicBezTo>
                  <a:cubicBezTo>
                    <a:pt x="753" y="16"/>
                    <a:pt x="819" y="37"/>
                    <a:pt x="878" y="69"/>
                  </a:cubicBezTo>
                  <a:cubicBezTo>
                    <a:pt x="929" y="96"/>
                    <a:pt x="975" y="130"/>
                    <a:pt x="1016" y="169"/>
                  </a:cubicBezTo>
                  <a:cubicBezTo>
                    <a:pt x="1065" y="217"/>
                    <a:pt x="1105" y="272"/>
                    <a:pt x="1136" y="334"/>
                  </a:cubicBezTo>
                  <a:cubicBezTo>
                    <a:pt x="1161" y="384"/>
                    <a:pt x="1179" y="439"/>
                    <a:pt x="1188" y="496"/>
                  </a:cubicBezTo>
                  <a:cubicBezTo>
                    <a:pt x="1194" y="529"/>
                    <a:pt x="1197" y="564"/>
                    <a:pt x="1197" y="598"/>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59" name="Google Shape;1259;p35"/>
            <p:cNvSpPr/>
            <p:nvPr/>
          </p:nvSpPr>
          <p:spPr>
            <a:xfrm>
              <a:off x="10056813" y="2954338"/>
              <a:ext cx="739774" cy="750887"/>
            </a:xfrm>
            <a:custGeom>
              <a:rect b="b" l="l" r="r" t="t"/>
              <a:pathLst>
                <a:path extrusionOk="0" h="1197" w="1180">
                  <a:moveTo>
                    <a:pt x="1180" y="700"/>
                  </a:moveTo>
                  <a:cubicBezTo>
                    <a:pt x="866" y="598"/>
                    <a:pt x="866" y="598"/>
                    <a:pt x="866" y="598"/>
                  </a:cubicBezTo>
                  <a:cubicBezTo>
                    <a:pt x="1179" y="496"/>
                    <a:pt x="1179" y="496"/>
                    <a:pt x="1179" y="496"/>
                  </a:cubicBezTo>
                  <a:cubicBezTo>
                    <a:pt x="1170" y="439"/>
                    <a:pt x="1152" y="384"/>
                    <a:pt x="1127" y="334"/>
                  </a:cubicBezTo>
                  <a:cubicBezTo>
                    <a:pt x="813" y="436"/>
                    <a:pt x="813" y="436"/>
                    <a:pt x="813" y="436"/>
                  </a:cubicBezTo>
                  <a:cubicBezTo>
                    <a:pt x="1007" y="169"/>
                    <a:pt x="1007" y="169"/>
                    <a:pt x="1007" y="169"/>
                  </a:cubicBezTo>
                  <a:cubicBezTo>
                    <a:pt x="966" y="130"/>
                    <a:pt x="920" y="96"/>
                    <a:pt x="869" y="69"/>
                  </a:cubicBezTo>
                  <a:cubicBezTo>
                    <a:pt x="675" y="336"/>
                    <a:pt x="675" y="336"/>
                    <a:pt x="675" y="336"/>
                  </a:cubicBezTo>
                  <a:cubicBezTo>
                    <a:pt x="675" y="6"/>
                    <a:pt x="675" y="6"/>
                    <a:pt x="675" y="6"/>
                  </a:cubicBezTo>
                  <a:cubicBezTo>
                    <a:pt x="647" y="2"/>
                    <a:pt x="619" y="0"/>
                    <a:pt x="590" y="0"/>
                  </a:cubicBezTo>
                  <a:cubicBezTo>
                    <a:pt x="561" y="0"/>
                    <a:pt x="532" y="2"/>
                    <a:pt x="504" y="6"/>
                  </a:cubicBezTo>
                  <a:cubicBezTo>
                    <a:pt x="504" y="336"/>
                    <a:pt x="504" y="336"/>
                    <a:pt x="504" y="336"/>
                  </a:cubicBezTo>
                  <a:cubicBezTo>
                    <a:pt x="310" y="69"/>
                    <a:pt x="310" y="69"/>
                    <a:pt x="310" y="69"/>
                  </a:cubicBezTo>
                  <a:cubicBezTo>
                    <a:pt x="260" y="96"/>
                    <a:pt x="213" y="130"/>
                    <a:pt x="173" y="169"/>
                  </a:cubicBezTo>
                  <a:cubicBezTo>
                    <a:pt x="366" y="436"/>
                    <a:pt x="366" y="436"/>
                    <a:pt x="366" y="436"/>
                  </a:cubicBezTo>
                  <a:cubicBezTo>
                    <a:pt x="53" y="334"/>
                    <a:pt x="53" y="334"/>
                    <a:pt x="53" y="334"/>
                  </a:cubicBezTo>
                  <a:cubicBezTo>
                    <a:pt x="28" y="384"/>
                    <a:pt x="10" y="439"/>
                    <a:pt x="0" y="496"/>
                  </a:cubicBezTo>
                  <a:cubicBezTo>
                    <a:pt x="314" y="598"/>
                    <a:pt x="314" y="598"/>
                    <a:pt x="314" y="598"/>
                  </a:cubicBezTo>
                  <a:cubicBezTo>
                    <a:pt x="0" y="700"/>
                    <a:pt x="0" y="700"/>
                    <a:pt x="0" y="700"/>
                  </a:cubicBezTo>
                  <a:cubicBezTo>
                    <a:pt x="10" y="758"/>
                    <a:pt x="28" y="812"/>
                    <a:pt x="52" y="863"/>
                  </a:cubicBezTo>
                  <a:cubicBezTo>
                    <a:pt x="366" y="761"/>
                    <a:pt x="366" y="761"/>
                    <a:pt x="366" y="761"/>
                  </a:cubicBezTo>
                  <a:cubicBezTo>
                    <a:pt x="173" y="1027"/>
                    <a:pt x="173" y="1027"/>
                    <a:pt x="173" y="1027"/>
                  </a:cubicBezTo>
                  <a:cubicBezTo>
                    <a:pt x="213" y="1067"/>
                    <a:pt x="260" y="1101"/>
                    <a:pt x="310" y="1128"/>
                  </a:cubicBezTo>
                  <a:cubicBezTo>
                    <a:pt x="504" y="861"/>
                    <a:pt x="504" y="861"/>
                    <a:pt x="504" y="861"/>
                  </a:cubicBezTo>
                  <a:cubicBezTo>
                    <a:pt x="504" y="1191"/>
                    <a:pt x="504" y="1191"/>
                    <a:pt x="504" y="1191"/>
                  </a:cubicBezTo>
                  <a:cubicBezTo>
                    <a:pt x="532" y="1195"/>
                    <a:pt x="561" y="1197"/>
                    <a:pt x="590" y="1197"/>
                  </a:cubicBezTo>
                  <a:cubicBezTo>
                    <a:pt x="619" y="1197"/>
                    <a:pt x="647" y="1195"/>
                    <a:pt x="675" y="1191"/>
                  </a:cubicBezTo>
                  <a:cubicBezTo>
                    <a:pt x="675" y="861"/>
                    <a:pt x="675" y="861"/>
                    <a:pt x="675" y="861"/>
                  </a:cubicBezTo>
                  <a:cubicBezTo>
                    <a:pt x="869" y="1128"/>
                    <a:pt x="869" y="1128"/>
                    <a:pt x="869" y="1128"/>
                  </a:cubicBezTo>
                  <a:cubicBezTo>
                    <a:pt x="920" y="1101"/>
                    <a:pt x="966" y="1067"/>
                    <a:pt x="1007" y="1027"/>
                  </a:cubicBezTo>
                  <a:cubicBezTo>
                    <a:pt x="813" y="760"/>
                    <a:pt x="813" y="760"/>
                    <a:pt x="813" y="760"/>
                  </a:cubicBezTo>
                  <a:cubicBezTo>
                    <a:pt x="1127" y="863"/>
                    <a:pt x="1127" y="863"/>
                    <a:pt x="1127" y="863"/>
                  </a:cubicBezTo>
                  <a:cubicBezTo>
                    <a:pt x="1152" y="812"/>
                    <a:pt x="1170" y="758"/>
                    <a:pt x="1180" y="700"/>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0" name="Google Shape;1260;p35"/>
            <p:cNvSpPr/>
            <p:nvPr/>
          </p:nvSpPr>
          <p:spPr>
            <a:xfrm>
              <a:off x="10329863" y="3232150"/>
              <a:ext cx="193800" cy="193800"/>
            </a:xfrm>
            <a:prstGeom prst="ellipse">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1" name="Google Shape;1261;p35"/>
            <p:cNvSpPr/>
            <p:nvPr/>
          </p:nvSpPr>
          <p:spPr>
            <a:xfrm>
              <a:off x="7242175" y="2133600"/>
              <a:ext cx="342900" cy="246062"/>
            </a:xfrm>
            <a:custGeom>
              <a:rect b="b" l="l" r="r" t="t"/>
              <a:pathLst>
                <a:path extrusionOk="0" h="392" w="546">
                  <a:moveTo>
                    <a:pt x="457" y="33"/>
                  </a:moveTo>
                  <a:cubicBezTo>
                    <a:pt x="457" y="33"/>
                    <a:pt x="242" y="0"/>
                    <a:pt x="121" y="182"/>
                  </a:cubicBezTo>
                  <a:cubicBezTo>
                    <a:pt x="0" y="364"/>
                    <a:pt x="55" y="381"/>
                    <a:pt x="121" y="386"/>
                  </a:cubicBezTo>
                  <a:cubicBezTo>
                    <a:pt x="187" y="392"/>
                    <a:pt x="452" y="386"/>
                    <a:pt x="457" y="364"/>
                  </a:cubicBezTo>
                  <a:cubicBezTo>
                    <a:pt x="463" y="342"/>
                    <a:pt x="546" y="72"/>
                    <a:pt x="457" y="3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2" name="Google Shape;1262;p35"/>
            <p:cNvSpPr/>
            <p:nvPr/>
          </p:nvSpPr>
          <p:spPr>
            <a:xfrm>
              <a:off x="7656513" y="1770063"/>
              <a:ext cx="1087439" cy="585787"/>
            </a:xfrm>
            <a:custGeom>
              <a:rect b="b" l="l" r="r" t="t"/>
              <a:pathLst>
                <a:path extrusionOk="0" h="935" w="1730">
                  <a:moveTo>
                    <a:pt x="1711" y="0"/>
                  </a:moveTo>
                  <a:cubicBezTo>
                    <a:pt x="1623" y="0"/>
                    <a:pt x="1251" y="8"/>
                    <a:pt x="790" y="136"/>
                  </a:cubicBezTo>
                  <a:cubicBezTo>
                    <a:pt x="790" y="136"/>
                    <a:pt x="790" y="136"/>
                    <a:pt x="790" y="136"/>
                  </a:cubicBezTo>
                  <a:cubicBezTo>
                    <a:pt x="0" y="926"/>
                    <a:pt x="0" y="926"/>
                    <a:pt x="0" y="926"/>
                  </a:cubicBezTo>
                  <a:cubicBezTo>
                    <a:pt x="205" y="933"/>
                    <a:pt x="417" y="935"/>
                    <a:pt x="616" y="935"/>
                  </a:cubicBezTo>
                  <a:cubicBezTo>
                    <a:pt x="762" y="935"/>
                    <a:pt x="901" y="934"/>
                    <a:pt x="1025" y="932"/>
                  </a:cubicBezTo>
                  <a:cubicBezTo>
                    <a:pt x="1677" y="279"/>
                    <a:pt x="1677" y="279"/>
                    <a:pt x="1677" y="279"/>
                  </a:cubicBezTo>
                  <a:cubicBezTo>
                    <a:pt x="1730" y="0"/>
                    <a:pt x="1730" y="0"/>
                    <a:pt x="1730" y="0"/>
                  </a:cubicBezTo>
                  <a:cubicBezTo>
                    <a:pt x="1730" y="0"/>
                    <a:pt x="1723" y="0"/>
                    <a:pt x="1711"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3" name="Google Shape;1263;p35"/>
            <p:cNvSpPr/>
            <p:nvPr/>
          </p:nvSpPr>
          <p:spPr>
            <a:xfrm>
              <a:off x="9097963" y="1831975"/>
              <a:ext cx="1025527" cy="501650"/>
            </a:xfrm>
            <a:custGeom>
              <a:rect b="b" l="l" r="r" t="t"/>
              <a:pathLst>
                <a:path extrusionOk="0" h="799" w="1634">
                  <a:moveTo>
                    <a:pt x="798" y="0"/>
                  </a:moveTo>
                  <a:cubicBezTo>
                    <a:pt x="0" y="799"/>
                    <a:pt x="0" y="799"/>
                    <a:pt x="0" y="799"/>
                  </a:cubicBezTo>
                  <a:cubicBezTo>
                    <a:pt x="1097" y="732"/>
                    <a:pt x="1097" y="732"/>
                    <a:pt x="1097" y="732"/>
                  </a:cubicBezTo>
                  <a:cubicBezTo>
                    <a:pt x="1634" y="195"/>
                    <a:pt x="1634" y="195"/>
                    <a:pt x="1634" y="195"/>
                  </a:cubicBezTo>
                  <a:cubicBezTo>
                    <a:pt x="1561" y="171"/>
                    <a:pt x="1245" y="72"/>
                    <a:pt x="798" y="0"/>
                  </a:cubicBezTo>
                  <a:cubicBezTo>
                    <a:pt x="798" y="0"/>
                    <a:pt x="798" y="0"/>
                    <a:pt x="798" y="0"/>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4" name="Google Shape;1264;p35"/>
            <p:cNvSpPr/>
            <p:nvPr/>
          </p:nvSpPr>
          <p:spPr>
            <a:xfrm>
              <a:off x="8120063" y="1130300"/>
              <a:ext cx="601800" cy="47370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5" name="Google Shape;1265;p35"/>
            <p:cNvSpPr/>
            <p:nvPr/>
          </p:nvSpPr>
          <p:spPr>
            <a:xfrm>
              <a:off x="8010525" y="5867400"/>
              <a:ext cx="820800" cy="165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6" name="Google Shape;1266;p35"/>
            <p:cNvSpPr/>
            <p:nvPr/>
          </p:nvSpPr>
          <p:spPr>
            <a:xfrm>
              <a:off x="8010525" y="965178"/>
              <a:ext cx="820800" cy="1650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7" name="Google Shape;1267;p35"/>
            <p:cNvSpPr/>
            <p:nvPr/>
          </p:nvSpPr>
          <p:spPr>
            <a:xfrm>
              <a:off x="9948863" y="4495800"/>
              <a:ext cx="2243138" cy="1536700"/>
            </a:xfrm>
            <a:custGeom>
              <a:rect b="b" l="l" r="r" t="t"/>
              <a:pathLst>
                <a:path extrusionOk="0" h="968" w="1413">
                  <a:moveTo>
                    <a:pt x="1413" y="99"/>
                  </a:moveTo>
                  <a:lnTo>
                    <a:pt x="1413" y="0"/>
                  </a:lnTo>
                  <a:lnTo>
                    <a:pt x="0" y="0"/>
                  </a:lnTo>
                  <a:lnTo>
                    <a:pt x="0" y="99"/>
                  </a:lnTo>
                  <a:lnTo>
                    <a:pt x="131" y="99"/>
                  </a:lnTo>
                  <a:lnTo>
                    <a:pt x="131" y="968"/>
                  </a:lnTo>
                  <a:lnTo>
                    <a:pt x="191" y="968"/>
                  </a:lnTo>
                  <a:lnTo>
                    <a:pt x="191" y="99"/>
                  </a:lnTo>
                  <a:lnTo>
                    <a:pt x="329" y="99"/>
                  </a:lnTo>
                  <a:lnTo>
                    <a:pt x="329" y="968"/>
                  </a:lnTo>
                  <a:lnTo>
                    <a:pt x="379" y="968"/>
                  </a:lnTo>
                  <a:lnTo>
                    <a:pt x="379" y="968"/>
                  </a:lnTo>
                  <a:lnTo>
                    <a:pt x="1413" y="968"/>
                  </a:lnTo>
                  <a:lnTo>
                    <a:pt x="1413" y="725"/>
                  </a:lnTo>
                  <a:lnTo>
                    <a:pt x="388" y="725"/>
                  </a:lnTo>
                  <a:lnTo>
                    <a:pt x="388" y="585"/>
                  </a:lnTo>
                  <a:lnTo>
                    <a:pt x="1413" y="585"/>
                  </a:lnTo>
                  <a:lnTo>
                    <a:pt x="1413" y="525"/>
                  </a:lnTo>
                  <a:lnTo>
                    <a:pt x="388" y="525"/>
                  </a:lnTo>
                  <a:lnTo>
                    <a:pt x="388" y="396"/>
                  </a:lnTo>
                  <a:lnTo>
                    <a:pt x="1413" y="396"/>
                  </a:lnTo>
                  <a:lnTo>
                    <a:pt x="1413" y="337"/>
                  </a:lnTo>
                  <a:lnTo>
                    <a:pt x="388" y="337"/>
                  </a:lnTo>
                  <a:lnTo>
                    <a:pt x="388" y="99"/>
                  </a:lnTo>
                  <a:lnTo>
                    <a:pt x="1413" y="99"/>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8" name="Google Shape;1268;p35"/>
            <p:cNvSpPr/>
            <p:nvPr/>
          </p:nvSpPr>
          <p:spPr>
            <a:xfrm>
              <a:off x="6965950" y="4179888"/>
              <a:ext cx="550800" cy="20700"/>
            </a:xfrm>
            <a:prstGeom prst="rect">
              <a:avLst/>
            </a:prstGeom>
            <a:solidFill>
              <a:srgbClr val="0046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9" name="Google Shape;1269;p35"/>
            <p:cNvSpPr/>
            <p:nvPr/>
          </p:nvSpPr>
          <p:spPr>
            <a:xfrm>
              <a:off x="6662738" y="4629150"/>
              <a:ext cx="1139700" cy="14034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0" name="Google Shape;1270;p35"/>
            <p:cNvSpPr/>
            <p:nvPr/>
          </p:nvSpPr>
          <p:spPr>
            <a:xfrm>
              <a:off x="6818313" y="4800600"/>
              <a:ext cx="833400" cy="4239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1" name="Google Shape;1271;p35"/>
            <p:cNvSpPr/>
            <p:nvPr/>
          </p:nvSpPr>
          <p:spPr>
            <a:xfrm>
              <a:off x="6818313" y="5486400"/>
              <a:ext cx="833400" cy="4254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2" name="Google Shape;1272;p35"/>
            <p:cNvSpPr/>
            <p:nvPr/>
          </p:nvSpPr>
          <p:spPr>
            <a:xfrm>
              <a:off x="6878638" y="4073525"/>
              <a:ext cx="773100" cy="5112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3" name="Google Shape;1273;p35"/>
            <p:cNvSpPr/>
            <p:nvPr/>
          </p:nvSpPr>
          <p:spPr>
            <a:xfrm>
              <a:off x="7043738" y="4181475"/>
              <a:ext cx="442913" cy="815975"/>
            </a:xfrm>
            <a:custGeom>
              <a:rect b="b" l="l" r="r" t="t"/>
              <a:pathLst>
                <a:path extrusionOk="0" h="514" w="279">
                  <a:moveTo>
                    <a:pt x="279" y="21"/>
                  </a:moveTo>
                  <a:lnTo>
                    <a:pt x="46" y="514"/>
                  </a:lnTo>
                  <a:lnTo>
                    <a:pt x="0" y="492"/>
                  </a:lnTo>
                  <a:lnTo>
                    <a:pt x="233" y="0"/>
                  </a:lnTo>
                  <a:lnTo>
                    <a:pt x="279" y="21"/>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4" name="Google Shape;1274;p35"/>
            <p:cNvSpPr/>
            <p:nvPr/>
          </p:nvSpPr>
          <p:spPr>
            <a:xfrm>
              <a:off x="6921500" y="4125913"/>
              <a:ext cx="679500" cy="3747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5" name="Google Shape;1275;p35"/>
            <p:cNvSpPr/>
            <p:nvPr/>
          </p:nvSpPr>
          <p:spPr>
            <a:xfrm>
              <a:off x="6965950" y="4240213"/>
              <a:ext cx="550800" cy="20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6" name="Google Shape;1276;p35"/>
            <p:cNvSpPr/>
            <p:nvPr/>
          </p:nvSpPr>
          <p:spPr>
            <a:xfrm>
              <a:off x="6965950" y="4300538"/>
              <a:ext cx="550800" cy="222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7" name="Google Shape;1277;p35"/>
            <p:cNvSpPr/>
            <p:nvPr/>
          </p:nvSpPr>
          <p:spPr>
            <a:xfrm>
              <a:off x="6965950" y="4360863"/>
              <a:ext cx="550800" cy="20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8" name="Google Shape;1278;p35"/>
            <p:cNvSpPr/>
            <p:nvPr/>
          </p:nvSpPr>
          <p:spPr>
            <a:xfrm>
              <a:off x="6965950" y="4421188"/>
              <a:ext cx="550800" cy="207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79" name="Google Shape;1279;p35"/>
            <p:cNvSpPr/>
            <p:nvPr/>
          </p:nvSpPr>
          <p:spPr>
            <a:xfrm>
              <a:off x="5400675" y="4757738"/>
              <a:ext cx="973136" cy="1274764"/>
            </a:xfrm>
            <a:custGeom>
              <a:rect b="b" l="l" r="r" t="t"/>
              <a:pathLst>
                <a:path extrusionOk="0" h="2030" w="1549">
                  <a:moveTo>
                    <a:pt x="0" y="2030"/>
                  </a:moveTo>
                  <a:cubicBezTo>
                    <a:pt x="1549" y="2030"/>
                    <a:pt x="1549" y="2030"/>
                    <a:pt x="1549" y="2030"/>
                  </a:cubicBezTo>
                  <a:cubicBezTo>
                    <a:pt x="1549" y="51"/>
                    <a:pt x="1549" y="51"/>
                    <a:pt x="1549" y="51"/>
                  </a:cubicBezTo>
                  <a:cubicBezTo>
                    <a:pt x="1549" y="23"/>
                    <a:pt x="1527" y="0"/>
                    <a:pt x="1499" y="0"/>
                  </a:cubicBezTo>
                  <a:cubicBezTo>
                    <a:pt x="51" y="0"/>
                    <a:pt x="51" y="0"/>
                    <a:pt x="51" y="0"/>
                  </a:cubicBezTo>
                  <a:cubicBezTo>
                    <a:pt x="23" y="0"/>
                    <a:pt x="0" y="23"/>
                    <a:pt x="0" y="51"/>
                  </a:cubicBezTo>
                  <a:lnTo>
                    <a:pt x="0" y="2030"/>
                  </a:lnTo>
                  <a:close/>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0" name="Google Shape;1280;p35"/>
            <p:cNvSpPr/>
            <p:nvPr/>
          </p:nvSpPr>
          <p:spPr>
            <a:xfrm>
              <a:off x="5522913" y="4927600"/>
              <a:ext cx="725488" cy="98425"/>
            </a:xfrm>
            <a:custGeom>
              <a:rect b="b" l="l" r="r" t="t"/>
              <a:pathLst>
                <a:path extrusionOk="0" h="157" w="1157">
                  <a:moveTo>
                    <a:pt x="13" y="157"/>
                  </a:moveTo>
                  <a:cubicBezTo>
                    <a:pt x="1144" y="157"/>
                    <a:pt x="1144" y="157"/>
                    <a:pt x="1144" y="157"/>
                  </a:cubicBezTo>
                  <a:cubicBezTo>
                    <a:pt x="1151" y="157"/>
                    <a:pt x="1157" y="151"/>
                    <a:pt x="1157" y="144"/>
                  </a:cubicBezTo>
                  <a:cubicBezTo>
                    <a:pt x="1157" y="13"/>
                    <a:pt x="1157" y="13"/>
                    <a:pt x="1157" y="13"/>
                  </a:cubicBezTo>
                  <a:cubicBezTo>
                    <a:pt x="1157" y="6"/>
                    <a:pt x="1151" y="0"/>
                    <a:pt x="1144" y="0"/>
                  </a:cubicBezTo>
                  <a:cubicBezTo>
                    <a:pt x="13" y="0"/>
                    <a:pt x="13" y="0"/>
                    <a:pt x="13" y="0"/>
                  </a:cubicBezTo>
                  <a:cubicBezTo>
                    <a:pt x="6" y="0"/>
                    <a:pt x="0" y="6"/>
                    <a:pt x="0" y="13"/>
                  </a:cubicBezTo>
                  <a:cubicBezTo>
                    <a:pt x="0" y="144"/>
                    <a:pt x="0" y="144"/>
                    <a:pt x="0" y="144"/>
                  </a:cubicBezTo>
                  <a:cubicBezTo>
                    <a:pt x="0" y="151"/>
                    <a:pt x="6" y="157"/>
                    <a:pt x="13" y="15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1" name="Google Shape;1281;p35"/>
            <p:cNvSpPr/>
            <p:nvPr/>
          </p:nvSpPr>
          <p:spPr>
            <a:xfrm>
              <a:off x="5522913" y="5124450"/>
              <a:ext cx="725488" cy="100013"/>
            </a:xfrm>
            <a:custGeom>
              <a:rect b="b" l="l" r="r" t="t"/>
              <a:pathLst>
                <a:path extrusionOk="0" h="157" w="1157">
                  <a:moveTo>
                    <a:pt x="13" y="157"/>
                  </a:moveTo>
                  <a:cubicBezTo>
                    <a:pt x="1144" y="157"/>
                    <a:pt x="1144" y="157"/>
                    <a:pt x="1144" y="157"/>
                  </a:cubicBezTo>
                  <a:cubicBezTo>
                    <a:pt x="1151" y="157"/>
                    <a:pt x="1157" y="152"/>
                    <a:pt x="1157" y="144"/>
                  </a:cubicBezTo>
                  <a:cubicBezTo>
                    <a:pt x="1157" y="13"/>
                    <a:pt x="1157" y="13"/>
                    <a:pt x="1157" y="13"/>
                  </a:cubicBezTo>
                  <a:cubicBezTo>
                    <a:pt x="1157" y="6"/>
                    <a:pt x="1151" y="0"/>
                    <a:pt x="1144" y="0"/>
                  </a:cubicBezTo>
                  <a:cubicBezTo>
                    <a:pt x="13" y="0"/>
                    <a:pt x="13" y="0"/>
                    <a:pt x="13" y="0"/>
                  </a:cubicBezTo>
                  <a:cubicBezTo>
                    <a:pt x="6" y="0"/>
                    <a:pt x="0" y="6"/>
                    <a:pt x="0" y="13"/>
                  </a:cubicBezTo>
                  <a:cubicBezTo>
                    <a:pt x="0" y="144"/>
                    <a:pt x="0" y="144"/>
                    <a:pt x="0" y="144"/>
                  </a:cubicBezTo>
                  <a:cubicBezTo>
                    <a:pt x="0" y="152"/>
                    <a:pt x="6" y="157"/>
                    <a:pt x="13" y="15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2" name="Google Shape;1282;p35"/>
            <p:cNvSpPr/>
            <p:nvPr/>
          </p:nvSpPr>
          <p:spPr>
            <a:xfrm>
              <a:off x="5522913" y="5322888"/>
              <a:ext cx="725488" cy="98425"/>
            </a:xfrm>
            <a:custGeom>
              <a:rect b="b" l="l" r="r" t="t"/>
              <a:pathLst>
                <a:path extrusionOk="0" h="157" w="1157">
                  <a:moveTo>
                    <a:pt x="13" y="157"/>
                  </a:moveTo>
                  <a:cubicBezTo>
                    <a:pt x="1144" y="157"/>
                    <a:pt x="1144" y="157"/>
                    <a:pt x="1144" y="157"/>
                  </a:cubicBezTo>
                  <a:cubicBezTo>
                    <a:pt x="1151" y="157"/>
                    <a:pt x="1157" y="152"/>
                    <a:pt x="1157" y="145"/>
                  </a:cubicBezTo>
                  <a:cubicBezTo>
                    <a:pt x="1157" y="13"/>
                    <a:pt x="1157" y="13"/>
                    <a:pt x="1157" y="13"/>
                  </a:cubicBezTo>
                  <a:cubicBezTo>
                    <a:pt x="1157" y="6"/>
                    <a:pt x="1151" y="0"/>
                    <a:pt x="1144" y="0"/>
                  </a:cubicBezTo>
                  <a:cubicBezTo>
                    <a:pt x="13" y="0"/>
                    <a:pt x="13" y="0"/>
                    <a:pt x="13" y="0"/>
                  </a:cubicBezTo>
                  <a:cubicBezTo>
                    <a:pt x="6" y="0"/>
                    <a:pt x="0" y="6"/>
                    <a:pt x="0" y="13"/>
                  </a:cubicBezTo>
                  <a:cubicBezTo>
                    <a:pt x="0" y="145"/>
                    <a:pt x="0" y="145"/>
                    <a:pt x="0" y="145"/>
                  </a:cubicBezTo>
                  <a:cubicBezTo>
                    <a:pt x="0" y="152"/>
                    <a:pt x="6" y="157"/>
                    <a:pt x="13" y="15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3" name="Google Shape;1283;p35"/>
            <p:cNvSpPr/>
            <p:nvPr/>
          </p:nvSpPr>
          <p:spPr>
            <a:xfrm>
              <a:off x="5522913" y="5519738"/>
              <a:ext cx="725488" cy="98425"/>
            </a:xfrm>
            <a:custGeom>
              <a:rect b="b" l="l" r="r" t="t"/>
              <a:pathLst>
                <a:path extrusionOk="0" h="157" w="1157">
                  <a:moveTo>
                    <a:pt x="13" y="157"/>
                  </a:moveTo>
                  <a:cubicBezTo>
                    <a:pt x="1144" y="157"/>
                    <a:pt x="1144" y="157"/>
                    <a:pt x="1144" y="157"/>
                  </a:cubicBezTo>
                  <a:cubicBezTo>
                    <a:pt x="1151" y="157"/>
                    <a:pt x="1157" y="152"/>
                    <a:pt x="1157" y="145"/>
                  </a:cubicBezTo>
                  <a:cubicBezTo>
                    <a:pt x="1157" y="13"/>
                    <a:pt x="1157" y="13"/>
                    <a:pt x="1157" y="13"/>
                  </a:cubicBezTo>
                  <a:cubicBezTo>
                    <a:pt x="1157" y="6"/>
                    <a:pt x="1151" y="0"/>
                    <a:pt x="1144" y="0"/>
                  </a:cubicBezTo>
                  <a:cubicBezTo>
                    <a:pt x="13" y="0"/>
                    <a:pt x="13" y="0"/>
                    <a:pt x="13" y="0"/>
                  </a:cubicBezTo>
                  <a:cubicBezTo>
                    <a:pt x="6" y="0"/>
                    <a:pt x="0" y="6"/>
                    <a:pt x="0" y="13"/>
                  </a:cubicBezTo>
                  <a:cubicBezTo>
                    <a:pt x="0" y="145"/>
                    <a:pt x="0" y="145"/>
                    <a:pt x="0" y="145"/>
                  </a:cubicBezTo>
                  <a:cubicBezTo>
                    <a:pt x="0" y="152"/>
                    <a:pt x="6" y="157"/>
                    <a:pt x="13" y="15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4" name="Google Shape;1284;p35"/>
            <p:cNvSpPr/>
            <p:nvPr/>
          </p:nvSpPr>
          <p:spPr>
            <a:xfrm>
              <a:off x="5522913" y="5716588"/>
              <a:ext cx="725488" cy="100013"/>
            </a:xfrm>
            <a:custGeom>
              <a:rect b="b" l="l" r="r" t="t"/>
              <a:pathLst>
                <a:path extrusionOk="0" h="157" w="1157">
                  <a:moveTo>
                    <a:pt x="13" y="157"/>
                  </a:moveTo>
                  <a:cubicBezTo>
                    <a:pt x="1144" y="157"/>
                    <a:pt x="1144" y="157"/>
                    <a:pt x="1144" y="157"/>
                  </a:cubicBezTo>
                  <a:cubicBezTo>
                    <a:pt x="1151" y="157"/>
                    <a:pt x="1157" y="151"/>
                    <a:pt x="1157" y="144"/>
                  </a:cubicBezTo>
                  <a:cubicBezTo>
                    <a:pt x="1157" y="12"/>
                    <a:pt x="1157" y="12"/>
                    <a:pt x="1157" y="12"/>
                  </a:cubicBezTo>
                  <a:cubicBezTo>
                    <a:pt x="1157" y="5"/>
                    <a:pt x="1151" y="0"/>
                    <a:pt x="1144" y="0"/>
                  </a:cubicBezTo>
                  <a:cubicBezTo>
                    <a:pt x="13" y="0"/>
                    <a:pt x="13" y="0"/>
                    <a:pt x="13" y="0"/>
                  </a:cubicBezTo>
                  <a:cubicBezTo>
                    <a:pt x="6" y="0"/>
                    <a:pt x="0" y="5"/>
                    <a:pt x="0" y="12"/>
                  </a:cubicBezTo>
                  <a:cubicBezTo>
                    <a:pt x="0" y="144"/>
                    <a:pt x="0" y="144"/>
                    <a:pt x="0" y="144"/>
                  </a:cubicBezTo>
                  <a:cubicBezTo>
                    <a:pt x="0" y="151"/>
                    <a:pt x="6" y="157"/>
                    <a:pt x="13" y="157"/>
                  </a:cubicBez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5" name="Google Shape;1285;p35"/>
            <p:cNvSpPr/>
            <p:nvPr/>
          </p:nvSpPr>
          <p:spPr>
            <a:xfrm>
              <a:off x="5583238" y="4357688"/>
              <a:ext cx="241200" cy="4002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6" name="Google Shape;1286;p35"/>
            <p:cNvSpPr/>
            <p:nvPr/>
          </p:nvSpPr>
          <p:spPr>
            <a:xfrm>
              <a:off x="5565775" y="4292600"/>
              <a:ext cx="273000" cy="651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7" name="Google Shape;1287;p35"/>
            <p:cNvSpPr/>
            <p:nvPr/>
          </p:nvSpPr>
          <p:spPr>
            <a:xfrm>
              <a:off x="5921375" y="4486275"/>
              <a:ext cx="243000" cy="271500"/>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8" name="Google Shape;1288;p35"/>
            <p:cNvSpPr/>
            <p:nvPr/>
          </p:nvSpPr>
          <p:spPr>
            <a:xfrm>
              <a:off x="5903913" y="4441825"/>
              <a:ext cx="273000" cy="44400"/>
            </a:xfrm>
            <a:prstGeom prst="rect">
              <a:avLst/>
            </a:prstGeom>
            <a:solidFill>
              <a:schemeClr val="accent6"/>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89" name="Google Shape;1289;p35"/>
            <p:cNvSpPr/>
            <p:nvPr/>
          </p:nvSpPr>
          <p:spPr>
            <a:xfrm>
              <a:off x="6261100" y="825500"/>
              <a:ext cx="733500" cy="733500"/>
            </a:xfrm>
            <a:prstGeom prst="ellipse">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0" name="Google Shape;1290;p35"/>
            <p:cNvSpPr/>
            <p:nvPr/>
          </p:nvSpPr>
          <p:spPr>
            <a:xfrm>
              <a:off x="6315075" y="879475"/>
              <a:ext cx="625500" cy="625500"/>
            </a:xfrm>
            <a:prstGeom prst="ellipse">
              <a:avLst/>
            </a:pr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1" name="Google Shape;1291;p35"/>
            <p:cNvSpPr/>
            <p:nvPr/>
          </p:nvSpPr>
          <p:spPr>
            <a:xfrm>
              <a:off x="6616700" y="895350"/>
              <a:ext cx="22200" cy="714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2" name="Google Shape;1292;p35"/>
            <p:cNvSpPr/>
            <p:nvPr/>
          </p:nvSpPr>
          <p:spPr>
            <a:xfrm>
              <a:off x="6330950" y="1181100"/>
              <a:ext cx="71400" cy="222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3" name="Google Shape;1293;p35"/>
            <p:cNvSpPr/>
            <p:nvPr/>
          </p:nvSpPr>
          <p:spPr>
            <a:xfrm>
              <a:off x="6616700" y="1417638"/>
              <a:ext cx="22200" cy="714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4" name="Google Shape;1294;p35"/>
            <p:cNvSpPr/>
            <p:nvPr/>
          </p:nvSpPr>
          <p:spPr>
            <a:xfrm>
              <a:off x="6851650" y="1181100"/>
              <a:ext cx="72900" cy="222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5" name="Google Shape;1295;p35"/>
            <p:cNvSpPr/>
            <p:nvPr/>
          </p:nvSpPr>
          <p:spPr>
            <a:xfrm>
              <a:off x="6608763" y="1182688"/>
              <a:ext cx="34800" cy="34800"/>
            </a:xfrm>
            <a:prstGeom prst="ellipse">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6" name="Google Shape;1296;p35"/>
            <p:cNvSpPr/>
            <p:nvPr/>
          </p:nvSpPr>
          <p:spPr>
            <a:xfrm>
              <a:off x="6605588" y="1028700"/>
              <a:ext cx="41275" cy="160338"/>
            </a:xfrm>
            <a:custGeom>
              <a:rect b="b" l="l" r="r" t="t"/>
              <a:pathLst>
                <a:path extrusionOk="0" h="101" w="26">
                  <a:moveTo>
                    <a:pt x="26" y="24"/>
                  </a:moveTo>
                  <a:lnTo>
                    <a:pt x="13" y="0"/>
                  </a:lnTo>
                  <a:lnTo>
                    <a:pt x="0" y="24"/>
                  </a:lnTo>
                  <a:lnTo>
                    <a:pt x="9" y="24"/>
                  </a:lnTo>
                  <a:lnTo>
                    <a:pt x="9" y="101"/>
                  </a:lnTo>
                  <a:lnTo>
                    <a:pt x="17" y="101"/>
                  </a:lnTo>
                  <a:lnTo>
                    <a:pt x="17" y="24"/>
                  </a:lnTo>
                  <a:lnTo>
                    <a:pt x="26" y="24"/>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97" name="Google Shape;1297;p35"/>
            <p:cNvSpPr/>
            <p:nvPr/>
          </p:nvSpPr>
          <p:spPr>
            <a:xfrm>
              <a:off x="6497638" y="1179513"/>
              <a:ext cx="134938" cy="39688"/>
            </a:xfrm>
            <a:custGeom>
              <a:rect b="b" l="l" r="r" t="t"/>
              <a:pathLst>
                <a:path extrusionOk="0" h="25" w="85">
                  <a:moveTo>
                    <a:pt x="24" y="25"/>
                  </a:moveTo>
                  <a:lnTo>
                    <a:pt x="0" y="13"/>
                  </a:lnTo>
                  <a:lnTo>
                    <a:pt x="24" y="0"/>
                  </a:lnTo>
                  <a:lnTo>
                    <a:pt x="24" y="8"/>
                  </a:lnTo>
                  <a:lnTo>
                    <a:pt x="85" y="8"/>
                  </a:lnTo>
                  <a:lnTo>
                    <a:pt x="85" y="17"/>
                  </a:lnTo>
                  <a:lnTo>
                    <a:pt x="24" y="17"/>
                  </a:lnTo>
                  <a:lnTo>
                    <a:pt x="24" y="25"/>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298" name="Google Shape;1298;p35"/>
          <p:cNvSpPr txBox="1"/>
          <p:nvPr/>
        </p:nvSpPr>
        <p:spPr>
          <a:xfrm>
            <a:off x="903600" y="2164950"/>
            <a:ext cx="5836500" cy="1354500"/>
          </a:xfrm>
          <a:prstGeom prst="rect">
            <a:avLst/>
          </a:prstGeom>
          <a:noFill/>
          <a:ln>
            <a:noFill/>
          </a:ln>
        </p:spPr>
        <p:txBody>
          <a:bodyPr anchorCtr="0" anchor="t" bIns="91425" lIns="91425" spcFirstLastPara="1" rIns="91425" wrap="square" tIns="91425">
            <a:spAutoFit/>
          </a:bodyPr>
          <a:lstStyle/>
          <a:p>
            <a:pPr indent="-304800" lvl="0" marL="457200" rtl="0" algn="l">
              <a:lnSpc>
                <a:spcPct val="150000"/>
              </a:lnSpc>
              <a:spcBef>
                <a:spcPts val="0"/>
              </a:spcBef>
              <a:spcAft>
                <a:spcPts val="0"/>
              </a:spcAft>
              <a:buClr>
                <a:schemeClr val="dk1"/>
              </a:buClr>
              <a:buSzPts val="1200"/>
              <a:buChar char="●"/>
            </a:pPr>
            <a:r>
              <a:rPr b="1" lang="en" sz="1200">
                <a:solidFill>
                  <a:schemeClr val="dk1"/>
                </a:solidFill>
              </a:rPr>
              <a:t>Frontend : HTML, CSS, Javascript and Jinja. </a:t>
            </a:r>
            <a:endParaRPr b="1" sz="1200">
              <a:solidFill>
                <a:schemeClr val="dk1"/>
              </a:solidFill>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rPr>
              <a:t>Backend : Python, Flask, OpenCV, Keras</a:t>
            </a:r>
            <a:endParaRPr b="1" sz="1200">
              <a:solidFill>
                <a:schemeClr val="dk1"/>
              </a:solidFill>
            </a:endParaRPr>
          </a:p>
          <a:p>
            <a:pPr indent="-304800" lvl="0" marL="457200" rtl="0" algn="l">
              <a:lnSpc>
                <a:spcPct val="150000"/>
              </a:lnSpc>
              <a:spcBef>
                <a:spcPts val="0"/>
              </a:spcBef>
              <a:spcAft>
                <a:spcPts val="0"/>
              </a:spcAft>
              <a:buClr>
                <a:schemeClr val="dk1"/>
              </a:buClr>
              <a:buSzPts val="1200"/>
              <a:buChar char="●"/>
            </a:pPr>
            <a:r>
              <a:rPr b="1" lang="en" sz="1200">
                <a:solidFill>
                  <a:schemeClr val="dk1"/>
                </a:solidFill>
              </a:rPr>
              <a:t>Frameworks: Darknet, Tensorflow </a:t>
            </a:r>
            <a:endParaRPr b="1" sz="1200">
              <a:solidFill>
                <a:schemeClr val="dk1"/>
              </a:solidFill>
            </a:endParaRPr>
          </a:p>
          <a:p>
            <a:pPr indent="0" lvl="0" marL="0" rtl="0" algn="l">
              <a:spcBef>
                <a:spcPts val="1200"/>
              </a:spcBef>
              <a:spcAft>
                <a:spcPts val="0"/>
              </a:spcAft>
              <a:buNone/>
            </a:pPr>
            <a:r>
              <a:t/>
            </a:r>
            <a:endParaRPr sz="1200">
              <a:solidFill>
                <a:schemeClr val="dk1"/>
              </a:solidFill>
              <a:latin typeface="Didact Gothic"/>
              <a:ea typeface="Didact Gothic"/>
              <a:cs typeface="Didact Gothic"/>
              <a:sym typeface="Didact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2" name="Shape 1302"/>
        <p:cNvGrpSpPr/>
        <p:nvPr/>
      </p:nvGrpSpPr>
      <p:grpSpPr>
        <a:xfrm>
          <a:off x="0" y="0"/>
          <a:ext cx="0" cy="0"/>
          <a:chOff x="0" y="0"/>
          <a:chExt cx="0" cy="0"/>
        </a:xfrm>
      </p:grpSpPr>
      <p:sp>
        <p:nvSpPr>
          <p:cNvPr id="1303" name="Google Shape;1303;p36"/>
          <p:cNvSpPr txBox="1"/>
          <p:nvPr>
            <p:ph type="title"/>
          </p:nvPr>
        </p:nvSpPr>
        <p:spPr>
          <a:xfrm>
            <a:off x="-1780725" y="359500"/>
            <a:ext cx="6546000" cy="1171500"/>
          </a:xfrm>
          <a:prstGeom prst="rect">
            <a:avLst/>
          </a:prstGeom>
          <a:noFill/>
          <a:ln>
            <a:noFill/>
          </a:ln>
        </p:spPr>
        <p:txBody>
          <a:bodyPr anchorCtr="0" anchor="t" bIns="91425" lIns="91425" spcFirstLastPara="1" rIns="91425" wrap="square" tIns="91425">
            <a:noAutofit/>
          </a:bodyPr>
          <a:lstStyle/>
          <a:p>
            <a:pPr indent="457200" lvl="0" marL="2286000" rtl="0" algn="l">
              <a:spcBef>
                <a:spcPts val="0"/>
              </a:spcBef>
              <a:spcAft>
                <a:spcPts val="0"/>
              </a:spcAft>
              <a:buNone/>
            </a:pPr>
            <a:r>
              <a:rPr lang="en">
                <a:solidFill>
                  <a:srgbClr val="000000"/>
                </a:solidFill>
              </a:rPr>
              <a:t>06</a:t>
            </a:r>
            <a:endParaRPr>
              <a:solidFill>
                <a:srgbClr val="000000"/>
              </a:solidFill>
            </a:endParaRPr>
          </a:p>
          <a:p>
            <a:pPr indent="457200" lvl="0" marL="2286000" rtl="0" algn="l">
              <a:spcBef>
                <a:spcPts val="0"/>
              </a:spcBef>
              <a:spcAft>
                <a:spcPts val="0"/>
              </a:spcAft>
              <a:buNone/>
            </a:pPr>
            <a:r>
              <a:rPr lang="en">
                <a:solidFill>
                  <a:srgbClr val="000000"/>
                </a:solidFill>
              </a:rPr>
              <a:t>IMPLEMENTATION</a:t>
            </a:r>
            <a:endParaRPr sz="3200"/>
          </a:p>
        </p:txBody>
      </p:sp>
      <p:sp>
        <p:nvSpPr>
          <p:cNvPr id="1304" name="Google Shape;1304;p36"/>
          <p:cNvSpPr txBox="1"/>
          <p:nvPr>
            <p:ph idx="1" type="body"/>
          </p:nvPr>
        </p:nvSpPr>
        <p:spPr>
          <a:xfrm>
            <a:off x="550150" y="1232975"/>
            <a:ext cx="7868100" cy="3651000"/>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0"/>
              </a:spcBef>
              <a:spcAft>
                <a:spcPts val="0"/>
              </a:spcAft>
              <a:buSzPts val="1400"/>
              <a:buNone/>
            </a:pPr>
            <a:r>
              <a:t/>
            </a:r>
            <a:endParaRPr b="1">
              <a:latin typeface="Arial"/>
              <a:ea typeface="Arial"/>
              <a:cs typeface="Arial"/>
              <a:sym typeface="Arial"/>
            </a:endParaRPr>
          </a:p>
          <a:p>
            <a:pPr indent="-317500" lvl="0" marL="457200" rtl="0" algn="just">
              <a:lnSpc>
                <a:spcPct val="150000"/>
              </a:lnSpc>
              <a:spcBef>
                <a:spcPts val="0"/>
              </a:spcBef>
              <a:spcAft>
                <a:spcPts val="0"/>
              </a:spcAft>
              <a:buSzPts val="1400"/>
              <a:buFont typeface="Arial"/>
              <a:buChar char="●"/>
            </a:pPr>
            <a:r>
              <a:rPr b="1" i="1" lang="en" u="sng">
                <a:latin typeface="Arial"/>
                <a:ea typeface="Arial"/>
                <a:cs typeface="Arial"/>
                <a:sym typeface="Arial"/>
              </a:rPr>
              <a:t>Data Acquisition and Preprocessing</a:t>
            </a:r>
            <a:r>
              <a:rPr b="1" lang="en">
                <a:latin typeface="Arial"/>
                <a:ea typeface="Arial"/>
                <a:cs typeface="Arial"/>
                <a:sym typeface="Arial"/>
              </a:rPr>
              <a:t> : Acquired a well-structured car dataset including various features. Manually collected additional images to address data diversity and specific requirements. Imputed missing values, encoded categorical features, scaled numerics, considered feature engineering, and augmented and resized images (for damage detection).</a:t>
            </a:r>
            <a:endParaRPr b="1">
              <a:latin typeface="Arial"/>
              <a:ea typeface="Arial"/>
              <a:cs typeface="Arial"/>
              <a:sym typeface="Arial"/>
            </a:endParaRPr>
          </a:p>
          <a:p>
            <a:pPr indent="-317500" lvl="0" marL="457200" rtl="0" algn="just">
              <a:lnSpc>
                <a:spcPct val="150000"/>
              </a:lnSpc>
              <a:spcBef>
                <a:spcPts val="0"/>
              </a:spcBef>
              <a:spcAft>
                <a:spcPts val="0"/>
              </a:spcAft>
              <a:buSzPts val="1400"/>
              <a:buFont typeface="Arial"/>
              <a:buChar char="●"/>
            </a:pPr>
            <a:r>
              <a:rPr b="1" i="1" lang="en" u="sng">
                <a:latin typeface="Arial"/>
                <a:ea typeface="Arial"/>
                <a:cs typeface="Arial"/>
                <a:sym typeface="Arial"/>
              </a:rPr>
              <a:t>Model Selection and Training</a:t>
            </a:r>
            <a:r>
              <a:rPr b="1" lang="en">
                <a:latin typeface="Arial"/>
                <a:ea typeface="Arial"/>
                <a:cs typeface="Arial"/>
                <a:sym typeface="Arial"/>
              </a:rPr>
              <a:t> : Explored various algorithms to identify the best fit for our dataset and desired accuracy. Split data into training, validation, and testing sets.</a:t>
            </a:r>
            <a:endParaRPr b="1">
              <a:latin typeface="Arial"/>
              <a:ea typeface="Arial"/>
              <a:cs typeface="Arial"/>
              <a:sym typeface="Arial"/>
            </a:endParaRPr>
          </a:p>
          <a:p>
            <a:pPr indent="-317500" lvl="0" marL="457200" rtl="0" algn="just">
              <a:lnSpc>
                <a:spcPct val="150000"/>
              </a:lnSpc>
              <a:spcBef>
                <a:spcPts val="0"/>
              </a:spcBef>
              <a:spcAft>
                <a:spcPts val="0"/>
              </a:spcAft>
              <a:buSzPts val="1400"/>
              <a:buFont typeface="Arial"/>
              <a:buChar char="●"/>
            </a:pPr>
            <a:r>
              <a:rPr b="1" i="1" lang="en" u="sng">
                <a:latin typeface="Arial"/>
                <a:ea typeface="Arial"/>
                <a:cs typeface="Arial"/>
                <a:sym typeface="Arial"/>
              </a:rPr>
              <a:t>Deep Learning </a:t>
            </a:r>
            <a:r>
              <a:rPr b="1" lang="en">
                <a:latin typeface="Arial"/>
                <a:ea typeface="Arial"/>
                <a:cs typeface="Arial"/>
                <a:sym typeface="Arial"/>
              </a:rPr>
              <a:t>: Convolutional Neural Networks (CNNs) are adept at image classification and object detection. Explored different models of YOLO like v3 and v4 </a:t>
            </a:r>
            <a:r>
              <a:rPr b="1" lang="en">
                <a:latin typeface="Arial"/>
                <a:ea typeface="Arial"/>
                <a:cs typeface="Arial"/>
                <a:sym typeface="Arial"/>
              </a:rPr>
              <a:t>for real-time detection</a:t>
            </a:r>
            <a:r>
              <a:rPr b="1" lang="en">
                <a:latin typeface="Arial"/>
                <a:ea typeface="Arial"/>
                <a:cs typeface="Arial"/>
                <a:sym typeface="Arial"/>
              </a:rPr>
              <a:t>.</a:t>
            </a:r>
            <a:endParaRPr b="1">
              <a:latin typeface="Arial"/>
              <a:ea typeface="Arial"/>
              <a:cs typeface="Arial"/>
              <a:sym typeface="Arial"/>
            </a:endParaRPr>
          </a:p>
          <a:p>
            <a:pPr indent="-317500" lvl="0" marL="457200" rtl="0" algn="just">
              <a:lnSpc>
                <a:spcPct val="150000"/>
              </a:lnSpc>
              <a:spcBef>
                <a:spcPts val="0"/>
              </a:spcBef>
              <a:spcAft>
                <a:spcPts val="0"/>
              </a:spcAft>
              <a:buSzPts val="1400"/>
              <a:buFont typeface="Arial"/>
              <a:buChar char="●"/>
            </a:pPr>
            <a:r>
              <a:rPr b="1" i="1" lang="en" u="sng">
                <a:latin typeface="Arial"/>
                <a:ea typeface="Arial"/>
                <a:cs typeface="Arial"/>
                <a:sym typeface="Arial"/>
              </a:rPr>
              <a:t>Developed a user-friendly interface </a:t>
            </a:r>
            <a:r>
              <a:rPr b="1" lang="en">
                <a:latin typeface="Arial"/>
                <a:ea typeface="Arial"/>
                <a:cs typeface="Arial"/>
                <a:sym typeface="Arial"/>
              </a:rPr>
              <a:t>: We built a user interface to collect car data and upload images for damage assessment, integrating the price prediction model with damage detection for adjusted price predictions.</a:t>
            </a:r>
            <a:endParaRPr b="1">
              <a:latin typeface="Arial"/>
              <a:ea typeface="Arial"/>
              <a:cs typeface="Arial"/>
              <a:sym typeface="Arial"/>
            </a:endParaRPr>
          </a:p>
          <a:p>
            <a:pPr indent="0" lvl="0" marL="457200" rtl="0" algn="just">
              <a:lnSpc>
                <a:spcPct val="115000"/>
              </a:lnSpc>
              <a:spcBef>
                <a:spcPts val="1200"/>
              </a:spcBef>
              <a:spcAft>
                <a:spcPts val="0"/>
              </a:spcAft>
              <a:buNone/>
            </a:pPr>
            <a:r>
              <a:t/>
            </a:r>
            <a:endParaRPr b="1">
              <a:latin typeface="Arial"/>
              <a:ea typeface="Arial"/>
              <a:cs typeface="Arial"/>
              <a:sym typeface="Arial"/>
            </a:endParaRPr>
          </a:p>
        </p:txBody>
      </p:sp>
      <p:grpSp>
        <p:nvGrpSpPr>
          <p:cNvPr id="1305" name="Google Shape;1305;p36"/>
          <p:cNvGrpSpPr/>
          <p:nvPr/>
        </p:nvGrpSpPr>
        <p:grpSpPr>
          <a:xfrm>
            <a:off x="6550810" y="519509"/>
            <a:ext cx="800475" cy="713472"/>
            <a:chOff x="4815575" y="1416800"/>
            <a:chExt cx="73750" cy="71400"/>
          </a:xfrm>
        </p:grpSpPr>
        <p:sp>
          <p:nvSpPr>
            <p:cNvPr id="1306" name="Google Shape;1306;p36"/>
            <p:cNvSpPr/>
            <p:nvPr/>
          </p:nvSpPr>
          <p:spPr>
            <a:xfrm>
              <a:off x="4815575" y="1416800"/>
              <a:ext cx="43100" cy="52150"/>
            </a:xfrm>
            <a:custGeom>
              <a:rect b="b" l="l" r="r" t="t"/>
              <a:pathLst>
                <a:path extrusionOk="0" h="2086" w="1724">
                  <a:moveTo>
                    <a:pt x="1327" y="1"/>
                  </a:moveTo>
                  <a:lnTo>
                    <a:pt x="1327" y="181"/>
                  </a:lnTo>
                  <a:cubicBezTo>
                    <a:pt x="469" y="361"/>
                    <a:pt x="0" y="1299"/>
                    <a:pt x="375" y="2085"/>
                  </a:cubicBezTo>
                  <a:lnTo>
                    <a:pt x="772" y="1818"/>
                  </a:lnTo>
                  <a:cubicBezTo>
                    <a:pt x="729" y="1717"/>
                    <a:pt x="707" y="1609"/>
                    <a:pt x="707" y="1501"/>
                  </a:cubicBezTo>
                  <a:cubicBezTo>
                    <a:pt x="714" y="1111"/>
                    <a:pt x="959" y="772"/>
                    <a:pt x="1327" y="657"/>
                  </a:cubicBezTo>
                  <a:lnTo>
                    <a:pt x="1327" y="823"/>
                  </a:lnTo>
                  <a:lnTo>
                    <a:pt x="1724" y="426"/>
                  </a:lnTo>
                  <a:lnTo>
                    <a:pt x="1327" y="1"/>
                  </a:lnTo>
                  <a:close/>
                </a:path>
              </a:pathLst>
            </a:custGeom>
            <a:noFill/>
            <a:ln cap="flat" cmpd="sng" w="9525">
              <a:solidFill>
                <a:srgbClr val="A5B7C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07" name="Google Shape;1307;p36"/>
            <p:cNvSpPr/>
            <p:nvPr/>
          </p:nvSpPr>
          <p:spPr>
            <a:xfrm>
              <a:off x="4861725" y="1421125"/>
              <a:ext cx="27600" cy="51250"/>
            </a:xfrm>
            <a:custGeom>
              <a:rect b="b" l="l" r="r" t="t"/>
              <a:pathLst>
                <a:path extrusionOk="0" h="2050" w="1104">
                  <a:moveTo>
                    <a:pt x="0" y="1"/>
                  </a:moveTo>
                  <a:lnTo>
                    <a:pt x="0" y="477"/>
                  </a:lnTo>
                  <a:cubicBezTo>
                    <a:pt x="375" y="592"/>
                    <a:pt x="635" y="938"/>
                    <a:pt x="635" y="1328"/>
                  </a:cubicBezTo>
                  <a:cubicBezTo>
                    <a:pt x="635" y="1429"/>
                    <a:pt x="621" y="1530"/>
                    <a:pt x="585" y="1624"/>
                  </a:cubicBezTo>
                  <a:lnTo>
                    <a:pt x="404" y="1494"/>
                  </a:lnTo>
                  <a:lnTo>
                    <a:pt x="513" y="2049"/>
                  </a:lnTo>
                  <a:lnTo>
                    <a:pt x="1089" y="1963"/>
                  </a:lnTo>
                  <a:lnTo>
                    <a:pt x="981" y="1883"/>
                  </a:lnTo>
                  <a:cubicBezTo>
                    <a:pt x="1061" y="1710"/>
                    <a:pt x="1104" y="1523"/>
                    <a:pt x="1104" y="1328"/>
                  </a:cubicBezTo>
                  <a:cubicBezTo>
                    <a:pt x="1104" y="679"/>
                    <a:pt x="635" y="123"/>
                    <a:pt x="0" y="1"/>
                  </a:cubicBezTo>
                  <a:close/>
                </a:path>
              </a:pathLst>
            </a:custGeom>
            <a:noFill/>
            <a:ln cap="flat" cmpd="sng" w="9525">
              <a:solidFill>
                <a:srgbClr val="869FB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sp>
          <p:nvSpPr>
            <p:cNvPr id="1308" name="Google Shape;1308;p36"/>
            <p:cNvSpPr/>
            <p:nvPr/>
          </p:nvSpPr>
          <p:spPr>
            <a:xfrm>
              <a:off x="4829450" y="1467825"/>
              <a:ext cx="49250" cy="20375"/>
            </a:xfrm>
            <a:custGeom>
              <a:rect b="b" l="l" r="r" t="t"/>
              <a:pathLst>
                <a:path extrusionOk="0" h="815" w="1970">
                  <a:moveTo>
                    <a:pt x="109" y="1"/>
                  </a:moveTo>
                  <a:lnTo>
                    <a:pt x="0" y="556"/>
                  </a:lnTo>
                  <a:lnTo>
                    <a:pt x="137" y="462"/>
                  </a:lnTo>
                  <a:cubicBezTo>
                    <a:pt x="394" y="698"/>
                    <a:pt x="720" y="815"/>
                    <a:pt x="1045" y="815"/>
                  </a:cubicBezTo>
                  <a:cubicBezTo>
                    <a:pt x="1378" y="815"/>
                    <a:pt x="1710" y="692"/>
                    <a:pt x="1969" y="448"/>
                  </a:cubicBezTo>
                  <a:lnTo>
                    <a:pt x="1969" y="441"/>
                  </a:lnTo>
                  <a:lnTo>
                    <a:pt x="1573" y="174"/>
                  </a:lnTo>
                  <a:cubicBezTo>
                    <a:pt x="1418" y="292"/>
                    <a:pt x="1232" y="352"/>
                    <a:pt x="1046" y="352"/>
                  </a:cubicBezTo>
                  <a:cubicBezTo>
                    <a:pt x="868" y="352"/>
                    <a:pt x="689" y="297"/>
                    <a:pt x="534" y="188"/>
                  </a:cubicBezTo>
                  <a:lnTo>
                    <a:pt x="678" y="95"/>
                  </a:lnTo>
                  <a:lnTo>
                    <a:pt x="109" y="1"/>
                  </a:lnTo>
                  <a:close/>
                </a:path>
              </a:pathLst>
            </a:custGeom>
            <a:noFill/>
            <a:ln cap="flat" cmpd="sng" w="9525">
              <a:solidFill>
                <a:srgbClr val="5F7D9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2" name="Shape 1312"/>
        <p:cNvGrpSpPr/>
        <p:nvPr/>
      </p:nvGrpSpPr>
      <p:grpSpPr>
        <a:xfrm>
          <a:off x="0" y="0"/>
          <a:ext cx="0" cy="0"/>
          <a:chOff x="0" y="0"/>
          <a:chExt cx="0" cy="0"/>
        </a:xfrm>
      </p:grpSpPr>
      <p:sp>
        <p:nvSpPr>
          <p:cNvPr id="1313" name="Google Shape;1313;p37"/>
          <p:cNvSpPr txBox="1"/>
          <p:nvPr>
            <p:ph type="title"/>
          </p:nvPr>
        </p:nvSpPr>
        <p:spPr>
          <a:xfrm>
            <a:off x="775425" y="422850"/>
            <a:ext cx="7704000" cy="1103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07</a:t>
            </a:r>
            <a:endParaRPr>
              <a:solidFill>
                <a:srgbClr val="000000"/>
              </a:solidFill>
            </a:endParaRPr>
          </a:p>
          <a:p>
            <a:pPr indent="0" lvl="0" marL="0" rtl="0" algn="l">
              <a:spcBef>
                <a:spcPts val="0"/>
              </a:spcBef>
              <a:spcAft>
                <a:spcPts val="0"/>
              </a:spcAft>
              <a:buNone/>
            </a:pPr>
            <a:r>
              <a:rPr lang="en">
                <a:solidFill>
                  <a:srgbClr val="000000"/>
                </a:solidFill>
              </a:rPr>
              <a:t>CONCLUSION &amp; FUTURE DIRECTIONS</a:t>
            </a:r>
            <a:endParaRPr sz="3200"/>
          </a:p>
        </p:txBody>
      </p:sp>
      <p:sp>
        <p:nvSpPr>
          <p:cNvPr id="1314" name="Google Shape;1314;p37"/>
          <p:cNvSpPr txBox="1"/>
          <p:nvPr/>
        </p:nvSpPr>
        <p:spPr>
          <a:xfrm>
            <a:off x="380575" y="1747700"/>
            <a:ext cx="7704000" cy="3324600"/>
          </a:xfrm>
          <a:prstGeom prst="rect">
            <a:avLst/>
          </a:prstGeom>
          <a:noFill/>
          <a:ln>
            <a:noFill/>
          </a:ln>
        </p:spPr>
        <p:txBody>
          <a:bodyPr anchorCtr="0" anchor="t" bIns="91425" lIns="91425" spcFirstLastPara="1" rIns="91425" wrap="square" tIns="91425">
            <a:spAutoFit/>
          </a:bodyPr>
          <a:lstStyle/>
          <a:p>
            <a:pPr indent="-304800" lvl="0" marL="457200" rtl="0" algn="just">
              <a:lnSpc>
                <a:spcPct val="150000"/>
              </a:lnSpc>
              <a:spcBef>
                <a:spcPts val="0"/>
              </a:spcBef>
              <a:spcAft>
                <a:spcPts val="0"/>
              </a:spcAft>
              <a:buClr>
                <a:schemeClr val="dk1"/>
              </a:buClr>
              <a:buSzPts val="1200"/>
              <a:buChar char="●"/>
            </a:pPr>
            <a:r>
              <a:rPr b="1" lang="en" sz="1200">
                <a:solidFill>
                  <a:schemeClr val="dk1"/>
                </a:solidFill>
              </a:rPr>
              <a:t>This system can be further enhanced. Newer YOLO models (v7/v8) would improve accuracy and speed. Larger, more diverse datasets would improve real-world applicability. User accounts could enable personalization, tracking valuations, and market trends. Data analytics could provide insights on damage-based price changes and regional variations.</a:t>
            </a:r>
            <a:endParaRPr b="1" sz="1200">
              <a:solidFill>
                <a:schemeClr val="dk1"/>
              </a:solidFill>
            </a:endParaRPr>
          </a:p>
          <a:p>
            <a:pPr indent="0" lvl="0" marL="457200" rtl="0" algn="just">
              <a:lnSpc>
                <a:spcPct val="150000"/>
              </a:lnSpc>
              <a:spcBef>
                <a:spcPts val="1200"/>
              </a:spcBef>
              <a:spcAft>
                <a:spcPts val="0"/>
              </a:spcAft>
              <a:buNone/>
            </a:pPr>
            <a:r>
              <a:t/>
            </a:r>
            <a:endParaRPr b="1" sz="1200">
              <a:solidFill>
                <a:schemeClr val="dk1"/>
              </a:solidFill>
            </a:endParaRPr>
          </a:p>
          <a:p>
            <a:pPr indent="-304800" lvl="0" marL="457200" rtl="0" algn="just">
              <a:lnSpc>
                <a:spcPct val="150000"/>
              </a:lnSpc>
              <a:spcBef>
                <a:spcPts val="1200"/>
              </a:spcBef>
              <a:spcAft>
                <a:spcPts val="0"/>
              </a:spcAft>
              <a:buClr>
                <a:schemeClr val="dk1"/>
              </a:buClr>
              <a:buSzPts val="1200"/>
              <a:buChar char="●"/>
            </a:pPr>
            <a:r>
              <a:rPr b="1" lang="en" sz="1200">
                <a:solidFill>
                  <a:schemeClr val="dk1"/>
                </a:solidFill>
              </a:rPr>
              <a:t>We've built a user-friendly system for used car buyers and sellers. It combines car valuation with damage detection to deliver fairer market prices. The system has room for growth, with potential for managing data sets and analyzing user trends. This gives the way for an even more valuable tool in the future.</a:t>
            </a:r>
            <a:endParaRPr b="1" sz="1200">
              <a:solidFill>
                <a:schemeClr val="dk1"/>
              </a:solidFill>
            </a:endParaRPr>
          </a:p>
          <a:p>
            <a:pPr indent="0" lvl="0" marL="0" rtl="0" algn="l">
              <a:spcBef>
                <a:spcPts val="1200"/>
              </a:spcBef>
              <a:spcAft>
                <a:spcPts val="0"/>
              </a:spcAft>
              <a:buNone/>
            </a:pPr>
            <a:r>
              <a:t/>
            </a:r>
            <a:endParaRPr sz="1200">
              <a:solidFill>
                <a:schemeClr val="dk1"/>
              </a:solidFill>
              <a:latin typeface="Didact Gothic"/>
              <a:ea typeface="Didact Gothic"/>
              <a:cs typeface="Didact Gothic"/>
              <a:sym typeface="Didact Gothic"/>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8" name="Shape 1318"/>
        <p:cNvGrpSpPr/>
        <p:nvPr/>
      </p:nvGrpSpPr>
      <p:grpSpPr>
        <a:xfrm>
          <a:off x="0" y="0"/>
          <a:ext cx="0" cy="0"/>
          <a:chOff x="0" y="0"/>
          <a:chExt cx="0" cy="0"/>
        </a:xfrm>
      </p:grpSpPr>
      <p:grpSp>
        <p:nvGrpSpPr>
          <p:cNvPr id="1319" name="Google Shape;1319;p38"/>
          <p:cNvGrpSpPr/>
          <p:nvPr/>
        </p:nvGrpSpPr>
        <p:grpSpPr>
          <a:xfrm>
            <a:off x="-320300" y="2423644"/>
            <a:ext cx="859027" cy="1310685"/>
            <a:chOff x="-320300" y="2423644"/>
            <a:chExt cx="859027" cy="1310685"/>
          </a:xfrm>
        </p:grpSpPr>
        <p:grpSp>
          <p:nvGrpSpPr>
            <p:cNvPr id="1320" name="Google Shape;1320;p38"/>
            <p:cNvGrpSpPr/>
            <p:nvPr/>
          </p:nvGrpSpPr>
          <p:grpSpPr>
            <a:xfrm>
              <a:off x="-320300" y="2423644"/>
              <a:ext cx="625855" cy="646908"/>
              <a:chOff x="7138988" y="265113"/>
              <a:chExt cx="1746248" cy="1804989"/>
            </a:xfrm>
          </p:grpSpPr>
          <p:sp>
            <p:nvSpPr>
              <p:cNvPr id="1321" name="Google Shape;1321;p3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2" name="Google Shape;1322;p3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23" name="Google Shape;1323;p38"/>
            <p:cNvGrpSpPr/>
            <p:nvPr/>
          </p:nvGrpSpPr>
          <p:grpSpPr>
            <a:xfrm>
              <a:off x="142503" y="3324777"/>
              <a:ext cx="396224" cy="409552"/>
              <a:chOff x="7138988" y="265113"/>
              <a:chExt cx="1746248" cy="1804989"/>
            </a:xfrm>
          </p:grpSpPr>
          <p:sp>
            <p:nvSpPr>
              <p:cNvPr id="1324" name="Google Shape;1324;p3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5" name="Google Shape;1325;p3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grpSp>
        <p:nvGrpSpPr>
          <p:cNvPr id="1326" name="Google Shape;1326;p38"/>
          <p:cNvGrpSpPr/>
          <p:nvPr/>
        </p:nvGrpSpPr>
        <p:grpSpPr>
          <a:xfrm flipH="1">
            <a:off x="7860192" y="4104002"/>
            <a:ext cx="396224" cy="409552"/>
            <a:chOff x="7138988" y="265113"/>
            <a:chExt cx="1746248" cy="1804989"/>
          </a:xfrm>
        </p:grpSpPr>
        <p:sp>
          <p:nvSpPr>
            <p:cNvPr id="1327" name="Google Shape;1327;p38"/>
            <p:cNvSpPr/>
            <p:nvPr/>
          </p:nvSpPr>
          <p:spPr>
            <a:xfrm>
              <a:off x="7138988" y="265113"/>
              <a:ext cx="1746248" cy="1804989"/>
            </a:xfrm>
            <a:custGeom>
              <a:rect b="b" l="l" r="r" t="t"/>
              <a:pathLst>
                <a:path extrusionOk="0" h="5116" w="4954">
                  <a:moveTo>
                    <a:pt x="3001" y="5116"/>
                  </a:moveTo>
                  <a:cubicBezTo>
                    <a:pt x="1953" y="5116"/>
                    <a:pt x="1953" y="5116"/>
                    <a:pt x="1953" y="5116"/>
                  </a:cubicBezTo>
                  <a:cubicBezTo>
                    <a:pt x="1953" y="4425"/>
                    <a:pt x="1953" y="4425"/>
                    <a:pt x="1953" y="4425"/>
                  </a:cubicBezTo>
                  <a:cubicBezTo>
                    <a:pt x="1641" y="4337"/>
                    <a:pt x="1357" y="4173"/>
                    <a:pt x="1123" y="3945"/>
                  </a:cubicBezTo>
                  <a:cubicBezTo>
                    <a:pt x="525" y="4291"/>
                    <a:pt x="525" y="4291"/>
                    <a:pt x="525" y="4291"/>
                  </a:cubicBezTo>
                  <a:cubicBezTo>
                    <a:pt x="0" y="3383"/>
                    <a:pt x="0" y="3383"/>
                    <a:pt x="0" y="3383"/>
                  </a:cubicBezTo>
                  <a:cubicBezTo>
                    <a:pt x="599" y="3038"/>
                    <a:pt x="599" y="3038"/>
                    <a:pt x="599" y="3038"/>
                  </a:cubicBezTo>
                  <a:cubicBezTo>
                    <a:pt x="559" y="2882"/>
                    <a:pt x="539" y="2721"/>
                    <a:pt x="539" y="2558"/>
                  </a:cubicBezTo>
                  <a:cubicBezTo>
                    <a:pt x="539" y="2396"/>
                    <a:pt x="559" y="2235"/>
                    <a:pt x="599" y="2079"/>
                  </a:cubicBezTo>
                  <a:cubicBezTo>
                    <a:pt x="0" y="1733"/>
                    <a:pt x="0" y="1733"/>
                    <a:pt x="0" y="1733"/>
                  </a:cubicBezTo>
                  <a:cubicBezTo>
                    <a:pt x="525" y="825"/>
                    <a:pt x="525" y="825"/>
                    <a:pt x="525" y="825"/>
                  </a:cubicBezTo>
                  <a:cubicBezTo>
                    <a:pt x="1123" y="1171"/>
                    <a:pt x="1123" y="1171"/>
                    <a:pt x="1123" y="1171"/>
                  </a:cubicBezTo>
                  <a:cubicBezTo>
                    <a:pt x="1357" y="944"/>
                    <a:pt x="1641" y="779"/>
                    <a:pt x="1953" y="692"/>
                  </a:cubicBezTo>
                  <a:cubicBezTo>
                    <a:pt x="1953" y="0"/>
                    <a:pt x="1953" y="0"/>
                    <a:pt x="1953" y="0"/>
                  </a:cubicBezTo>
                  <a:cubicBezTo>
                    <a:pt x="3001" y="0"/>
                    <a:pt x="3001" y="0"/>
                    <a:pt x="3001" y="0"/>
                  </a:cubicBezTo>
                  <a:cubicBezTo>
                    <a:pt x="3001" y="692"/>
                    <a:pt x="3001" y="692"/>
                    <a:pt x="3001" y="692"/>
                  </a:cubicBezTo>
                  <a:cubicBezTo>
                    <a:pt x="3313" y="779"/>
                    <a:pt x="3598" y="944"/>
                    <a:pt x="3831" y="1171"/>
                  </a:cubicBezTo>
                  <a:cubicBezTo>
                    <a:pt x="4430" y="825"/>
                    <a:pt x="4430" y="825"/>
                    <a:pt x="4430" y="825"/>
                  </a:cubicBezTo>
                  <a:cubicBezTo>
                    <a:pt x="4954" y="1733"/>
                    <a:pt x="4954" y="1733"/>
                    <a:pt x="4954" y="1733"/>
                  </a:cubicBezTo>
                  <a:cubicBezTo>
                    <a:pt x="4355" y="2079"/>
                    <a:pt x="4355" y="2079"/>
                    <a:pt x="4355" y="2079"/>
                  </a:cubicBezTo>
                  <a:cubicBezTo>
                    <a:pt x="4395" y="2235"/>
                    <a:pt x="4415" y="2396"/>
                    <a:pt x="4415" y="2558"/>
                  </a:cubicBezTo>
                  <a:cubicBezTo>
                    <a:pt x="4415" y="2721"/>
                    <a:pt x="4395" y="2882"/>
                    <a:pt x="4355" y="3038"/>
                  </a:cubicBezTo>
                  <a:cubicBezTo>
                    <a:pt x="4954" y="3383"/>
                    <a:pt x="4954" y="3383"/>
                    <a:pt x="4954" y="3383"/>
                  </a:cubicBezTo>
                  <a:cubicBezTo>
                    <a:pt x="4430" y="4291"/>
                    <a:pt x="4430" y="4291"/>
                    <a:pt x="4430" y="4291"/>
                  </a:cubicBezTo>
                  <a:cubicBezTo>
                    <a:pt x="3831" y="3945"/>
                    <a:pt x="3831" y="3945"/>
                    <a:pt x="3831" y="3945"/>
                  </a:cubicBezTo>
                  <a:cubicBezTo>
                    <a:pt x="3598" y="4173"/>
                    <a:pt x="3313" y="4337"/>
                    <a:pt x="3001" y="4425"/>
                  </a:cubicBezTo>
                  <a:lnTo>
                    <a:pt x="3001" y="5116"/>
                  </a:lnTo>
                  <a:close/>
                  <a:moveTo>
                    <a:pt x="2112" y="4957"/>
                  </a:moveTo>
                  <a:cubicBezTo>
                    <a:pt x="2842" y="4957"/>
                    <a:pt x="2842" y="4957"/>
                    <a:pt x="2842" y="4957"/>
                  </a:cubicBezTo>
                  <a:cubicBezTo>
                    <a:pt x="2842" y="4301"/>
                    <a:pt x="2842" y="4301"/>
                    <a:pt x="2842" y="4301"/>
                  </a:cubicBezTo>
                  <a:cubicBezTo>
                    <a:pt x="2903" y="4286"/>
                    <a:pt x="2903" y="4286"/>
                    <a:pt x="2903" y="4286"/>
                  </a:cubicBezTo>
                  <a:cubicBezTo>
                    <a:pt x="3229" y="4206"/>
                    <a:pt x="3526" y="4035"/>
                    <a:pt x="3761" y="3791"/>
                  </a:cubicBezTo>
                  <a:cubicBezTo>
                    <a:pt x="3804" y="3746"/>
                    <a:pt x="3804" y="3746"/>
                    <a:pt x="3804" y="3746"/>
                  </a:cubicBezTo>
                  <a:cubicBezTo>
                    <a:pt x="4372" y="4074"/>
                    <a:pt x="4372" y="4074"/>
                    <a:pt x="4372" y="4074"/>
                  </a:cubicBezTo>
                  <a:cubicBezTo>
                    <a:pt x="4737" y="3441"/>
                    <a:pt x="4737" y="3441"/>
                    <a:pt x="4737" y="3441"/>
                  </a:cubicBezTo>
                  <a:cubicBezTo>
                    <a:pt x="4169" y="3114"/>
                    <a:pt x="4169" y="3114"/>
                    <a:pt x="4169" y="3114"/>
                  </a:cubicBezTo>
                  <a:cubicBezTo>
                    <a:pt x="4186" y="3054"/>
                    <a:pt x="4186" y="3054"/>
                    <a:pt x="4186" y="3054"/>
                  </a:cubicBezTo>
                  <a:cubicBezTo>
                    <a:pt x="4233" y="2894"/>
                    <a:pt x="4256" y="2727"/>
                    <a:pt x="4256" y="2558"/>
                  </a:cubicBezTo>
                  <a:cubicBezTo>
                    <a:pt x="4256" y="2389"/>
                    <a:pt x="4233" y="2223"/>
                    <a:pt x="4186" y="2063"/>
                  </a:cubicBezTo>
                  <a:cubicBezTo>
                    <a:pt x="4169" y="2003"/>
                    <a:pt x="4169" y="2003"/>
                    <a:pt x="4169" y="2003"/>
                  </a:cubicBezTo>
                  <a:cubicBezTo>
                    <a:pt x="4737" y="1675"/>
                    <a:pt x="4737" y="1675"/>
                    <a:pt x="4737" y="1675"/>
                  </a:cubicBezTo>
                  <a:cubicBezTo>
                    <a:pt x="4372" y="1042"/>
                    <a:pt x="4372" y="1042"/>
                    <a:pt x="4372" y="1042"/>
                  </a:cubicBezTo>
                  <a:cubicBezTo>
                    <a:pt x="3804" y="1371"/>
                    <a:pt x="3804" y="1371"/>
                    <a:pt x="3804" y="1371"/>
                  </a:cubicBezTo>
                  <a:cubicBezTo>
                    <a:pt x="3761" y="1326"/>
                    <a:pt x="3761" y="1326"/>
                    <a:pt x="3761" y="1326"/>
                  </a:cubicBezTo>
                  <a:cubicBezTo>
                    <a:pt x="3526" y="1082"/>
                    <a:pt x="3229" y="910"/>
                    <a:pt x="2903" y="830"/>
                  </a:cubicBezTo>
                  <a:cubicBezTo>
                    <a:pt x="2842" y="815"/>
                    <a:pt x="2842" y="815"/>
                    <a:pt x="2842" y="815"/>
                  </a:cubicBezTo>
                  <a:cubicBezTo>
                    <a:pt x="2842" y="159"/>
                    <a:pt x="2842" y="159"/>
                    <a:pt x="2842" y="159"/>
                  </a:cubicBezTo>
                  <a:cubicBezTo>
                    <a:pt x="2112" y="159"/>
                    <a:pt x="2112" y="159"/>
                    <a:pt x="2112" y="159"/>
                  </a:cubicBezTo>
                  <a:cubicBezTo>
                    <a:pt x="2112" y="815"/>
                    <a:pt x="2112" y="815"/>
                    <a:pt x="2112" y="815"/>
                  </a:cubicBezTo>
                  <a:cubicBezTo>
                    <a:pt x="2051" y="830"/>
                    <a:pt x="2051" y="830"/>
                    <a:pt x="2051" y="830"/>
                  </a:cubicBezTo>
                  <a:cubicBezTo>
                    <a:pt x="1725" y="910"/>
                    <a:pt x="1429" y="1082"/>
                    <a:pt x="1194" y="1326"/>
                  </a:cubicBezTo>
                  <a:cubicBezTo>
                    <a:pt x="1151" y="1371"/>
                    <a:pt x="1151" y="1371"/>
                    <a:pt x="1151" y="1371"/>
                  </a:cubicBezTo>
                  <a:cubicBezTo>
                    <a:pt x="583" y="1042"/>
                    <a:pt x="583" y="1042"/>
                    <a:pt x="583" y="1042"/>
                  </a:cubicBezTo>
                  <a:cubicBezTo>
                    <a:pt x="217" y="1675"/>
                    <a:pt x="217" y="1675"/>
                    <a:pt x="217" y="1675"/>
                  </a:cubicBezTo>
                  <a:cubicBezTo>
                    <a:pt x="785" y="2003"/>
                    <a:pt x="785" y="2003"/>
                    <a:pt x="785" y="2003"/>
                  </a:cubicBezTo>
                  <a:cubicBezTo>
                    <a:pt x="768" y="2063"/>
                    <a:pt x="768" y="2063"/>
                    <a:pt x="768" y="2063"/>
                  </a:cubicBezTo>
                  <a:cubicBezTo>
                    <a:pt x="722" y="2223"/>
                    <a:pt x="698" y="2389"/>
                    <a:pt x="698" y="2558"/>
                  </a:cubicBezTo>
                  <a:cubicBezTo>
                    <a:pt x="698" y="2727"/>
                    <a:pt x="722" y="2894"/>
                    <a:pt x="768" y="3054"/>
                  </a:cubicBezTo>
                  <a:cubicBezTo>
                    <a:pt x="785" y="3114"/>
                    <a:pt x="785" y="3114"/>
                    <a:pt x="785" y="3114"/>
                  </a:cubicBezTo>
                  <a:cubicBezTo>
                    <a:pt x="217" y="3441"/>
                    <a:pt x="217" y="3441"/>
                    <a:pt x="217" y="3441"/>
                  </a:cubicBezTo>
                  <a:cubicBezTo>
                    <a:pt x="583" y="4074"/>
                    <a:pt x="583" y="4074"/>
                    <a:pt x="583" y="4074"/>
                  </a:cubicBezTo>
                  <a:cubicBezTo>
                    <a:pt x="1151" y="3746"/>
                    <a:pt x="1151" y="3746"/>
                    <a:pt x="1151" y="3746"/>
                  </a:cubicBezTo>
                  <a:cubicBezTo>
                    <a:pt x="1194" y="3791"/>
                    <a:pt x="1194" y="3791"/>
                    <a:pt x="1194" y="3791"/>
                  </a:cubicBezTo>
                  <a:cubicBezTo>
                    <a:pt x="1429" y="4035"/>
                    <a:pt x="1725" y="4206"/>
                    <a:pt x="2051" y="4286"/>
                  </a:cubicBezTo>
                  <a:cubicBezTo>
                    <a:pt x="2112" y="4301"/>
                    <a:pt x="2112" y="4301"/>
                    <a:pt x="2112" y="4301"/>
                  </a:cubicBezTo>
                  <a:lnTo>
                    <a:pt x="2112" y="4957"/>
                  </a:lnTo>
                  <a:close/>
                  <a:moveTo>
                    <a:pt x="2477" y="3734"/>
                  </a:moveTo>
                  <a:cubicBezTo>
                    <a:pt x="2311" y="3734"/>
                    <a:pt x="2151" y="3700"/>
                    <a:pt x="2000" y="3633"/>
                  </a:cubicBezTo>
                  <a:cubicBezTo>
                    <a:pt x="1924" y="3599"/>
                    <a:pt x="1852" y="3557"/>
                    <a:pt x="1785" y="3508"/>
                  </a:cubicBezTo>
                  <a:cubicBezTo>
                    <a:pt x="1517" y="3313"/>
                    <a:pt x="1343" y="3012"/>
                    <a:pt x="1308" y="2683"/>
                  </a:cubicBezTo>
                  <a:cubicBezTo>
                    <a:pt x="1304" y="2643"/>
                    <a:pt x="1302" y="2601"/>
                    <a:pt x="1302" y="2558"/>
                  </a:cubicBezTo>
                  <a:cubicBezTo>
                    <a:pt x="1302" y="2515"/>
                    <a:pt x="1304" y="2474"/>
                    <a:pt x="1308" y="2434"/>
                  </a:cubicBezTo>
                  <a:cubicBezTo>
                    <a:pt x="1343" y="2104"/>
                    <a:pt x="1517" y="1804"/>
                    <a:pt x="1785" y="1608"/>
                  </a:cubicBezTo>
                  <a:cubicBezTo>
                    <a:pt x="1852" y="1559"/>
                    <a:pt x="1924" y="1517"/>
                    <a:pt x="2000" y="1484"/>
                  </a:cubicBezTo>
                  <a:cubicBezTo>
                    <a:pt x="2151" y="1417"/>
                    <a:pt x="2311" y="1383"/>
                    <a:pt x="2477" y="1383"/>
                  </a:cubicBezTo>
                  <a:cubicBezTo>
                    <a:pt x="2643" y="1383"/>
                    <a:pt x="2804" y="1417"/>
                    <a:pt x="2954" y="1484"/>
                  </a:cubicBezTo>
                  <a:cubicBezTo>
                    <a:pt x="3030" y="1517"/>
                    <a:pt x="3103" y="1559"/>
                    <a:pt x="3169" y="1608"/>
                  </a:cubicBezTo>
                  <a:cubicBezTo>
                    <a:pt x="3437" y="1804"/>
                    <a:pt x="3611" y="2104"/>
                    <a:pt x="3646" y="2434"/>
                  </a:cubicBezTo>
                  <a:cubicBezTo>
                    <a:pt x="3650" y="2474"/>
                    <a:pt x="3653" y="2515"/>
                    <a:pt x="3653" y="2558"/>
                  </a:cubicBezTo>
                  <a:cubicBezTo>
                    <a:pt x="3653" y="2601"/>
                    <a:pt x="3650" y="2643"/>
                    <a:pt x="3646" y="2683"/>
                  </a:cubicBezTo>
                  <a:cubicBezTo>
                    <a:pt x="3611" y="3012"/>
                    <a:pt x="3438" y="3313"/>
                    <a:pt x="3169" y="3508"/>
                  </a:cubicBezTo>
                  <a:cubicBezTo>
                    <a:pt x="3103" y="3557"/>
                    <a:pt x="3030" y="3599"/>
                    <a:pt x="2954" y="3633"/>
                  </a:cubicBezTo>
                  <a:cubicBezTo>
                    <a:pt x="2804" y="3700"/>
                    <a:pt x="2643" y="3734"/>
                    <a:pt x="2477" y="3734"/>
                  </a:cubicBezTo>
                  <a:close/>
                  <a:moveTo>
                    <a:pt x="2477" y="1541"/>
                  </a:moveTo>
                  <a:cubicBezTo>
                    <a:pt x="2334" y="1541"/>
                    <a:pt x="2195" y="1571"/>
                    <a:pt x="2065" y="1629"/>
                  </a:cubicBezTo>
                  <a:cubicBezTo>
                    <a:pt x="1999" y="1658"/>
                    <a:pt x="1936" y="1694"/>
                    <a:pt x="1879" y="1736"/>
                  </a:cubicBezTo>
                  <a:cubicBezTo>
                    <a:pt x="1647" y="1906"/>
                    <a:pt x="1496" y="2166"/>
                    <a:pt x="1466" y="2451"/>
                  </a:cubicBezTo>
                  <a:cubicBezTo>
                    <a:pt x="1462" y="2485"/>
                    <a:pt x="1461" y="2521"/>
                    <a:pt x="1461" y="2558"/>
                  </a:cubicBezTo>
                  <a:cubicBezTo>
                    <a:pt x="1461" y="2595"/>
                    <a:pt x="1462" y="2631"/>
                    <a:pt x="1466" y="2666"/>
                  </a:cubicBezTo>
                  <a:cubicBezTo>
                    <a:pt x="1496" y="2951"/>
                    <a:pt x="1647" y="3211"/>
                    <a:pt x="1879" y="3380"/>
                  </a:cubicBezTo>
                  <a:cubicBezTo>
                    <a:pt x="1936" y="3422"/>
                    <a:pt x="1999" y="3458"/>
                    <a:pt x="2065" y="3487"/>
                  </a:cubicBezTo>
                  <a:cubicBezTo>
                    <a:pt x="2195" y="3546"/>
                    <a:pt x="2334" y="3575"/>
                    <a:pt x="2477" y="3575"/>
                  </a:cubicBezTo>
                  <a:cubicBezTo>
                    <a:pt x="2621" y="3575"/>
                    <a:pt x="2759" y="3546"/>
                    <a:pt x="2890" y="3488"/>
                  </a:cubicBezTo>
                  <a:cubicBezTo>
                    <a:pt x="2956" y="3458"/>
                    <a:pt x="3018" y="3422"/>
                    <a:pt x="3075" y="3380"/>
                  </a:cubicBezTo>
                  <a:cubicBezTo>
                    <a:pt x="3076" y="3380"/>
                    <a:pt x="3076" y="3380"/>
                    <a:pt x="3076" y="3380"/>
                  </a:cubicBezTo>
                  <a:cubicBezTo>
                    <a:pt x="3308" y="3211"/>
                    <a:pt x="3458" y="2951"/>
                    <a:pt x="3488" y="2666"/>
                  </a:cubicBezTo>
                  <a:cubicBezTo>
                    <a:pt x="3492" y="2631"/>
                    <a:pt x="3494" y="2595"/>
                    <a:pt x="3494" y="2558"/>
                  </a:cubicBezTo>
                  <a:cubicBezTo>
                    <a:pt x="3494" y="2521"/>
                    <a:pt x="3492" y="2485"/>
                    <a:pt x="3488" y="2451"/>
                  </a:cubicBezTo>
                  <a:cubicBezTo>
                    <a:pt x="3458" y="2166"/>
                    <a:pt x="3308" y="1906"/>
                    <a:pt x="3076" y="1737"/>
                  </a:cubicBezTo>
                  <a:cubicBezTo>
                    <a:pt x="3018" y="1694"/>
                    <a:pt x="2956" y="1658"/>
                    <a:pt x="2890" y="1629"/>
                  </a:cubicBezTo>
                  <a:cubicBezTo>
                    <a:pt x="2759" y="1571"/>
                    <a:pt x="2621" y="1541"/>
                    <a:pt x="2477" y="1541"/>
                  </a:cubicBez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28" name="Google Shape;1328;p38"/>
            <p:cNvSpPr/>
            <p:nvPr/>
          </p:nvSpPr>
          <p:spPr>
            <a:xfrm>
              <a:off x="7826375" y="954088"/>
              <a:ext cx="369888" cy="427038"/>
            </a:xfrm>
            <a:custGeom>
              <a:rect b="b" l="l" r="r" t="t"/>
              <a:pathLst>
                <a:path extrusionOk="0" h="269" w="233">
                  <a:moveTo>
                    <a:pt x="117" y="269"/>
                  </a:moveTo>
                  <a:lnTo>
                    <a:pt x="0" y="202"/>
                  </a:lnTo>
                  <a:lnTo>
                    <a:pt x="0" y="67"/>
                  </a:lnTo>
                  <a:lnTo>
                    <a:pt x="117" y="0"/>
                  </a:lnTo>
                  <a:lnTo>
                    <a:pt x="233" y="67"/>
                  </a:lnTo>
                  <a:lnTo>
                    <a:pt x="233" y="202"/>
                  </a:lnTo>
                  <a:lnTo>
                    <a:pt x="117" y="269"/>
                  </a:lnTo>
                  <a:close/>
                  <a:moveTo>
                    <a:pt x="36" y="181"/>
                  </a:moveTo>
                  <a:lnTo>
                    <a:pt x="117" y="228"/>
                  </a:lnTo>
                  <a:lnTo>
                    <a:pt x="198" y="181"/>
                  </a:lnTo>
                  <a:lnTo>
                    <a:pt x="198" y="87"/>
                  </a:lnTo>
                  <a:lnTo>
                    <a:pt x="117" y="41"/>
                  </a:lnTo>
                  <a:lnTo>
                    <a:pt x="36" y="87"/>
                  </a:lnTo>
                  <a:lnTo>
                    <a:pt x="36" y="181"/>
                  </a:lnTo>
                  <a:close/>
                </a:path>
              </a:pathLst>
            </a:custGeom>
            <a:solidFill>
              <a:schemeClr val="accen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29" name="Google Shape;1329;p38"/>
          <p:cNvGrpSpPr/>
          <p:nvPr/>
        </p:nvGrpSpPr>
        <p:grpSpPr>
          <a:xfrm>
            <a:off x="-736048" y="-116930"/>
            <a:ext cx="9880059" cy="5267051"/>
            <a:chOff x="-736048" y="-116930"/>
            <a:chExt cx="9880059" cy="5267051"/>
          </a:xfrm>
        </p:grpSpPr>
        <p:grpSp>
          <p:nvGrpSpPr>
            <p:cNvPr id="1330" name="Google Shape;1330;p38"/>
            <p:cNvGrpSpPr/>
            <p:nvPr/>
          </p:nvGrpSpPr>
          <p:grpSpPr>
            <a:xfrm flipH="1">
              <a:off x="-736048" y="4932802"/>
              <a:ext cx="1464972" cy="217319"/>
              <a:chOff x="6424613" y="2481263"/>
              <a:chExt cx="2878137" cy="427038"/>
            </a:xfrm>
          </p:grpSpPr>
          <p:sp>
            <p:nvSpPr>
              <p:cNvPr id="1331" name="Google Shape;1331;p38"/>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2" name="Google Shape;1332;p38"/>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3" name="Google Shape;1333;p38"/>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4" name="Google Shape;1334;p38"/>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5" name="Google Shape;1335;p38"/>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6" name="Google Shape;1336;p38"/>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7" name="Google Shape;1337;p38"/>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8" name="Google Shape;1338;p38"/>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39" name="Google Shape;1339;p38"/>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0" name="Google Shape;1340;p38"/>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nvGrpSpPr>
            <p:cNvPr id="1341" name="Google Shape;1341;p38"/>
            <p:cNvGrpSpPr/>
            <p:nvPr/>
          </p:nvGrpSpPr>
          <p:grpSpPr>
            <a:xfrm flipH="1">
              <a:off x="7679039" y="-116930"/>
              <a:ext cx="1464972" cy="217319"/>
              <a:chOff x="6424613" y="2481263"/>
              <a:chExt cx="2878137" cy="427038"/>
            </a:xfrm>
          </p:grpSpPr>
          <p:sp>
            <p:nvSpPr>
              <p:cNvPr id="1342" name="Google Shape;1342;p38"/>
              <p:cNvSpPr/>
              <p:nvPr/>
            </p:nvSpPr>
            <p:spPr>
              <a:xfrm>
                <a:off x="64246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3" name="Google Shape;1343;p38"/>
              <p:cNvSpPr/>
              <p:nvPr/>
            </p:nvSpPr>
            <p:spPr>
              <a:xfrm>
                <a:off x="66913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4" name="Google Shape;1344;p38"/>
              <p:cNvSpPr/>
              <p:nvPr/>
            </p:nvSpPr>
            <p:spPr>
              <a:xfrm>
                <a:off x="69580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5" name="Google Shape;1345;p38"/>
              <p:cNvSpPr/>
              <p:nvPr/>
            </p:nvSpPr>
            <p:spPr>
              <a:xfrm>
                <a:off x="72247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6" name="Google Shape;1346;p38"/>
              <p:cNvSpPr/>
              <p:nvPr/>
            </p:nvSpPr>
            <p:spPr>
              <a:xfrm>
                <a:off x="74914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7" name="Google Shape;1347;p38"/>
              <p:cNvSpPr/>
              <p:nvPr/>
            </p:nvSpPr>
            <p:spPr>
              <a:xfrm>
                <a:off x="7758113" y="2481263"/>
                <a:ext cx="477838" cy="427038"/>
              </a:xfrm>
              <a:custGeom>
                <a:rect b="b" l="l" r="r" t="t"/>
                <a:pathLst>
                  <a:path extrusionOk="0" h="269" w="301">
                    <a:moveTo>
                      <a:pt x="85" y="269"/>
                    </a:moveTo>
                    <a:lnTo>
                      <a:pt x="0" y="269"/>
                    </a:lnTo>
                    <a:lnTo>
                      <a:pt x="215" y="0"/>
                    </a:lnTo>
                    <a:lnTo>
                      <a:pt x="301" y="0"/>
                    </a:lnTo>
                    <a:lnTo>
                      <a:pt x="85"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8" name="Google Shape;1348;p38"/>
              <p:cNvSpPr/>
              <p:nvPr/>
            </p:nvSpPr>
            <p:spPr>
              <a:xfrm>
                <a:off x="8024813"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49" name="Google Shape;1349;p38"/>
              <p:cNvSpPr/>
              <p:nvPr/>
            </p:nvSpPr>
            <p:spPr>
              <a:xfrm>
                <a:off x="8291513" y="2481263"/>
                <a:ext cx="477838" cy="427038"/>
              </a:xfrm>
              <a:custGeom>
                <a:rect b="b" l="l" r="r" t="t"/>
                <a:pathLst>
                  <a:path extrusionOk="0" h="269" w="301">
                    <a:moveTo>
                      <a:pt x="86" y="269"/>
                    </a:moveTo>
                    <a:lnTo>
                      <a:pt x="0" y="269"/>
                    </a:lnTo>
                    <a:lnTo>
                      <a:pt x="215"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0" name="Google Shape;1350;p38"/>
              <p:cNvSpPr/>
              <p:nvPr/>
            </p:nvSpPr>
            <p:spPr>
              <a:xfrm>
                <a:off x="85582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1" name="Google Shape;1351;p38"/>
              <p:cNvSpPr/>
              <p:nvPr/>
            </p:nvSpPr>
            <p:spPr>
              <a:xfrm>
                <a:off x="8824912" y="2481263"/>
                <a:ext cx="477838" cy="427038"/>
              </a:xfrm>
              <a:custGeom>
                <a:rect b="b" l="l" r="r" t="t"/>
                <a:pathLst>
                  <a:path extrusionOk="0" h="269" w="301">
                    <a:moveTo>
                      <a:pt x="86" y="269"/>
                    </a:moveTo>
                    <a:lnTo>
                      <a:pt x="0" y="269"/>
                    </a:lnTo>
                    <a:lnTo>
                      <a:pt x="216" y="0"/>
                    </a:lnTo>
                    <a:lnTo>
                      <a:pt x="301" y="0"/>
                    </a:lnTo>
                    <a:lnTo>
                      <a:pt x="86" y="269"/>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grpSp>
      <p:sp>
        <p:nvSpPr>
          <p:cNvPr id="1352" name="Google Shape;1352;p38"/>
          <p:cNvSpPr txBox="1"/>
          <p:nvPr/>
        </p:nvSpPr>
        <p:spPr>
          <a:xfrm>
            <a:off x="-2086125" y="306350"/>
            <a:ext cx="6374100" cy="831300"/>
          </a:xfrm>
          <a:prstGeom prst="rect">
            <a:avLst/>
          </a:prstGeom>
          <a:noFill/>
          <a:ln>
            <a:noFill/>
          </a:ln>
        </p:spPr>
        <p:txBody>
          <a:bodyPr anchorCtr="0" anchor="t" bIns="91425" lIns="91425" spcFirstLastPara="1" rIns="91425" wrap="square" tIns="91425">
            <a:spAutoFit/>
          </a:bodyPr>
          <a:lstStyle/>
          <a:p>
            <a:pPr indent="457200" lvl="0" marL="2743200" rtl="0" algn="l">
              <a:spcBef>
                <a:spcPts val="0"/>
              </a:spcBef>
              <a:spcAft>
                <a:spcPts val="0"/>
              </a:spcAft>
              <a:buNone/>
            </a:pPr>
            <a:r>
              <a:rPr lang="en" sz="3000">
                <a:latin typeface="Wix Madefor Display ExtraBold"/>
                <a:ea typeface="Wix Madefor Display ExtraBold"/>
                <a:cs typeface="Wix Madefor Display ExtraBold"/>
                <a:sym typeface="Wix Madefor Display ExtraBold"/>
              </a:rPr>
              <a:t>References</a:t>
            </a:r>
            <a:endParaRPr sz="3000">
              <a:latin typeface="Wix Madefor Display ExtraBold"/>
              <a:ea typeface="Wix Madefor Display ExtraBold"/>
              <a:cs typeface="Wix Madefor Display ExtraBold"/>
              <a:sym typeface="Wix Madefor Display ExtraBold"/>
            </a:endParaRPr>
          </a:p>
          <a:p>
            <a:pPr indent="0" lvl="0" marL="0" rtl="0" algn="l">
              <a:spcBef>
                <a:spcPts val="0"/>
              </a:spcBef>
              <a:spcAft>
                <a:spcPts val="0"/>
              </a:spcAft>
              <a:buNone/>
            </a:pPr>
            <a:r>
              <a:t/>
            </a:r>
            <a:endParaRPr sz="1200">
              <a:solidFill>
                <a:schemeClr val="dk1"/>
              </a:solidFill>
              <a:latin typeface="Didact Gothic"/>
              <a:ea typeface="Didact Gothic"/>
              <a:cs typeface="Didact Gothic"/>
              <a:sym typeface="Didact Gothic"/>
            </a:endParaRPr>
          </a:p>
        </p:txBody>
      </p:sp>
      <p:sp>
        <p:nvSpPr>
          <p:cNvPr id="1353" name="Google Shape;1353;p38"/>
          <p:cNvSpPr txBox="1"/>
          <p:nvPr/>
        </p:nvSpPr>
        <p:spPr>
          <a:xfrm>
            <a:off x="206000" y="900900"/>
            <a:ext cx="7654200" cy="4404000"/>
          </a:xfrm>
          <a:prstGeom prst="rect">
            <a:avLst/>
          </a:prstGeom>
          <a:noFill/>
          <a:ln>
            <a:noFill/>
          </a:ln>
        </p:spPr>
        <p:txBody>
          <a:bodyPr anchorCtr="0" anchor="t" bIns="91425" lIns="91425" spcFirstLastPara="1" rIns="91425" wrap="square" tIns="91425">
            <a:spAutoFit/>
          </a:bodyPr>
          <a:lstStyle/>
          <a:p>
            <a:pPr indent="-304799" lvl="0" marL="433069" marR="9525" rtl="0" algn="just">
              <a:lnSpc>
                <a:spcPct val="100000"/>
              </a:lnSpc>
              <a:spcBef>
                <a:spcPts val="0"/>
              </a:spcBef>
              <a:spcAft>
                <a:spcPts val="0"/>
              </a:spcAft>
              <a:buSzPts val="1200"/>
              <a:buChar char="•"/>
            </a:pPr>
            <a:r>
              <a:rPr b="1" lang="en" sz="1200"/>
              <a:t>List of Literature Survey References: </a:t>
            </a:r>
            <a:endParaRPr b="1" sz="1200"/>
          </a:p>
          <a:p>
            <a:pPr indent="0" lvl="0" marL="433069" marR="9525" rtl="0" algn="just">
              <a:lnSpc>
                <a:spcPct val="100000"/>
              </a:lnSpc>
              <a:spcBef>
                <a:spcPts val="20"/>
              </a:spcBef>
              <a:spcAft>
                <a:spcPts val="0"/>
              </a:spcAft>
              <a:buNone/>
            </a:pPr>
            <a:r>
              <a:t/>
            </a:r>
            <a:endParaRPr b="1" sz="1200"/>
          </a:p>
          <a:p>
            <a:pPr indent="-351075" lvl="1" marL="904875" rtl="0" algn="just">
              <a:lnSpc>
                <a:spcPct val="100000"/>
              </a:lnSpc>
              <a:spcBef>
                <a:spcPts val="20"/>
              </a:spcBef>
              <a:spcAft>
                <a:spcPts val="0"/>
              </a:spcAft>
              <a:buSzPts val="1200"/>
              <a:buFont typeface="Arial"/>
              <a:buAutoNum type="arabicPeriod"/>
            </a:pPr>
            <a:r>
              <a:rPr b="1" lang="en" sz="1200"/>
              <a:t>Jihad Qaddour, and Syeda Ayesha Siddiqa. “Automatic damaged vehicle estimator using enhanced deep learning algorithm.” 2023, https://www.sciencedirect.com/science/article/pii/S2667305323000170</a:t>
            </a:r>
            <a:endParaRPr b="1" sz="1200"/>
          </a:p>
          <a:p>
            <a:pPr indent="-351075" lvl="1" marL="904875" rtl="0" algn="just">
              <a:lnSpc>
                <a:spcPct val="100000"/>
              </a:lnSpc>
              <a:spcBef>
                <a:spcPts val="920"/>
              </a:spcBef>
              <a:spcAft>
                <a:spcPts val="0"/>
              </a:spcAft>
              <a:buSzPts val="1200"/>
              <a:buFont typeface="Arial"/>
              <a:buAutoNum type="arabicPeriod"/>
            </a:pPr>
            <a:r>
              <a:rPr b="1" lang="en" sz="1200"/>
              <a:t>Mallios, Dimitrios &amp; Xiaofei, Li &amp; McLaughlin, Niall &amp; Martinez-del-Rincon, Jesus &amp; Galbraith, Clare &amp; Garland, Rory. (2023). Vehicle Damage Severity Estimation for Insurance Operations Using In-The-Wild Mobile Images. IEEE Access. PP. 1-1. 10.1109/ACCESS.2023.3299223. </a:t>
            </a:r>
            <a:endParaRPr b="1" sz="1200"/>
          </a:p>
          <a:p>
            <a:pPr indent="-351075" lvl="1" marL="904875" rtl="0" algn="just">
              <a:lnSpc>
                <a:spcPct val="100000"/>
              </a:lnSpc>
              <a:spcBef>
                <a:spcPts val="915"/>
              </a:spcBef>
              <a:spcAft>
                <a:spcPts val="0"/>
              </a:spcAft>
              <a:buSzPts val="1200"/>
              <a:buFont typeface="Arial"/>
              <a:buAutoNum type="arabicPeriod"/>
            </a:pPr>
            <a:r>
              <a:rPr b="1" lang="en" sz="1200"/>
              <a:t>Rakshata P, Padma H V, Pooja M, Yashaswini H V ,Karthik V. “Car Damage Detection and Analysis Using Deep Learning Algorithm For Automotive.” vol. Volume 5, no. issue 6, Nov-Dec-2019.</a:t>
            </a:r>
            <a:endParaRPr b="1" sz="1200"/>
          </a:p>
          <a:p>
            <a:pPr indent="-351075" lvl="1" marL="904875" rtl="0" algn="just">
              <a:lnSpc>
                <a:spcPct val="100000"/>
              </a:lnSpc>
              <a:spcBef>
                <a:spcPts val="915"/>
              </a:spcBef>
              <a:spcAft>
                <a:spcPts val="0"/>
              </a:spcAft>
              <a:buSzPts val="1200"/>
              <a:buFont typeface="Arial"/>
              <a:buAutoNum type="arabicPeriod"/>
            </a:pPr>
            <a:r>
              <a:rPr b="1" lang="en" sz="1200"/>
              <a:t>Kyu, Phyu &amp; Woraratpanya, Kuntpong. (2020). Car Damage Detection and Classification. 1-6. 10.1145/3406601.3406651. </a:t>
            </a:r>
            <a:endParaRPr b="1" sz="1200"/>
          </a:p>
          <a:p>
            <a:pPr indent="-351075" lvl="1" marL="904875" rtl="0" algn="just">
              <a:lnSpc>
                <a:spcPct val="100000"/>
              </a:lnSpc>
              <a:spcBef>
                <a:spcPts val="915"/>
              </a:spcBef>
              <a:spcAft>
                <a:spcPts val="0"/>
              </a:spcAft>
              <a:buSzPts val="1200"/>
              <a:buFont typeface="Arial"/>
              <a:buAutoNum type="arabicPeriod"/>
            </a:pPr>
            <a:r>
              <a:rPr b="1" lang="en" sz="1200"/>
              <a:t>Rakshata P, Padma H V, Pooja M, Yashaswini H V ,Karthik V. “Car Damage Detection and Analysis Using Deep Learning Algorithm For Automotive.” vol. Volume 5, no. issue 6, Nov-Dec-2019.</a:t>
            </a:r>
            <a:endParaRPr b="1" sz="1200"/>
          </a:p>
          <a:p>
            <a:pPr indent="0" lvl="0" marL="904875" rtl="0" algn="just">
              <a:lnSpc>
                <a:spcPct val="100000"/>
              </a:lnSpc>
              <a:spcBef>
                <a:spcPts val="915"/>
              </a:spcBef>
              <a:spcAft>
                <a:spcPts val="0"/>
              </a:spcAft>
              <a:buNone/>
            </a:pPr>
            <a:r>
              <a:t/>
            </a:r>
            <a:endParaRPr b="1" sz="1200"/>
          </a:p>
          <a:p>
            <a:pPr indent="0" lvl="0" marL="0" rtl="0" algn="l">
              <a:spcBef>
                <a:spcPts val="915"/>
              </a:spcBef>
              <a:spcAft>
                <a:spcPts val="0"/>
              </a:spcAft>
              <a:buNone/>
            </a:pPr>
            <a:r>
              <a:t/>
            </a:r>
            <a:endParaRPr sz="1200">
              <a:solidFill>
                <a:schemeClr val="dk1"/>
              </a:solidFill>
              <a:latin typeface="Didact Gothic"/>
              <a:ea typeface="Didact Gothic"/>
              <a:cs typeface="Didact Gothic"/>
              <a:sym typeface="Didact Gothic"/>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sp>
        <p:nvSpPr>
          <p:cNvPr id="1358" name="Google Shape;1358;p39"/>
          <p:cNvSpPr txBox="1"/>
          <p:nvPr>
            <p:ph type="title"/>
          </p:nvPr>
        </p:nvSpPr>
        <p:spPr>
          <a:xfrm>
            <a:off x="830425" y="1135225"/>
            <a:ext cx="7704000" cy="3763500"/>
          </a:xfrm>
          <a:prstGeom prst="rect">
            <a:avLst/>
          </a:prstGeom>
          <a:noFill/>
          <a:ln>
            <a:noFill/>
          </a:ln>
        </p:spPr>
        <p:txBody>
          <a:bodyPr anchorCtr="0" anchor="t" bIns="91425" lIns="91425" spcFirstLastPara="1" rIns="91425" wrap="square" tIns="91425">
            <a:noAutofit/>
          </a:bodyPr>
          <a:lstStyle/>
          <a:p>
            <a:pPr indent="-509269" lvl="0" marL="433069" marR="9525" rtl="0" algn="just">
              <a:lnSpc>
                <a:spcPct val="150000"/>
              </a:lnSpc>
              <a:spcBef>
                <a:spcPts val="0"/>
              </a:spcBef>
              <a:spcAft>
                <a:spcPts val="0"/>
              </a:spcAft>
              <a:buClr>
                <a:srgbClr val="000000"/>
              </a:buClr>
              <a:buSzPts val="1200"/>
              <a:buFont typeface="Arial"/>
              <a:buChar char="•"/>
            </a:pPr>
            <a:r>
              <a:rPr b="1" lang="en" sz="1200">
                <a:solidFill>
                  <a:srgbClr val="000000"/>
                </a:solidFill>
                <a:latin typeface="Arial"/>
                <a:ea typeface="Arial"/>
                <a:cs typeface="Arial"/>
                <a:sym typeface="Arial"/>
              </a:rPr>
              <a:t>List of Web References </a:t>
            </a:r>
            <a:endParaRPr b="1" sz="1200">
              <a:solidFill>
                <a:srgbClr val="000000"/>
              </a:solidFill>
              <a:latin typeface="Arial"/>
              <a:ea typeface="Arial"/>
              <a:cs typeface="Arial"/>
              <a:sym typeface="Arial"/>
            </a:endParaRPr>
          </a:p>
          <a:p>
            <a:pPr indent="-351075" lvl="1" marL="904875" rtl="0" algn="just">
              <a:lnSpc>
                <a:spcPct val="150000"/>
              </a:lnSpc>
              <a:spcBef>
                <a:spcPts val="1340"/>
              </a:spcBef>
              <a:spcAft>
                <a:spcPts val="0"/>
              </a:spcAft>
              <a:buClr>
                <a:srgbClr val="000000"/>
              </a:buClr>
              <a:buSzPts val="1200"/>
              <a:buFont typeface="Arial"/>
              <a:buAutoNum type="arabicPeriod"/>
            </a:pPr>
            <a:r>
              <a:rPr b="1" lang="en" sz="1200" u="sng">
                <a:solidFill>
                  <a:srgbClr val="0563C1"/>
                </a:solidFill>
                <a:latin typeface="Arial"/>
                <a:ea typeface="Arial"/>
                <a:cs typeface="Arial"/>
                <a:sym typeface="Arial"/>
                <a:hlinkClick r:id="rId3">
                  <a:extLst>
                    <a:ext uri="{A12FA001-AC4F-418D-AE19-62706E023703}">
                      <ahyp:hlinkClr val="tx"/>
                    </a:ext>
                  </a:extLst>
                </a:hlinkClick>
              </a:rPr>
              <a:t>https://www.python.org/</a:t>
            </a:r>
            <a:r>
              <a:rPr b="1" lang="en" sz="1200">
                <a:solidFill>
                  <a:srgbClr val="000000"/>
                </a:solidFill>
                <a:uFill>
                  <a:noFill/>
                </a:uFill>
                <a:latin typeface="Arial"/>
                <a:ea typeface="Arial"/>
                <a:cs typeface="Arial"/>
                <a:sym typeface="Arial"/>
                <a:hlinkClick r:id="rId4">
                  <a:extLst>
                    <a:ext uri="{A12FA001-AC4F-418D-AE19-62706E023703}">
                      <ahyp:hlinkClr val="tx"/>
                    </a:ext>
                  </a:extLst>
                </a:hlinkClick>
              </a:rPr>
              <a:t> </a:t>
            </a:r>
            <a:endParaRPr b="1" sz="1200">
              <a:solidFill>
                <a:srgbClr val="000000"/>
              </a:solidFill>
              <a:latin typeface="Arial"/>
              <a:ea typeface="Arial"/>
              <a:cs typeface="Arial"/>
              <a:sym typeface="Arial"/>
            </a:endParaRPr>
          </a:p>
          <a:p>
            <a:pPr indent="-351075" lvl="1" marL="904875" rtl="0" algn="just">
              <a:lnSpc>
                <a:spcPct val="150000"/>
              </a:lnSpc>
              <a:spcBef>
                <a:spcPts val="1575"/>
              </a:spcBef>
              <a:spcAft>
                <a:spcPts val="0"/>
              </a:spcAft>
              <a:buClr>
                <a:srgbClr val="000000"/>
              </a:buClr>
              <a:buSzPts val="1200"/>
              <a:buFont typeface="Arial"/>
              <a:buAutoNum type="arabicPeriod"/>
            </a:pPr>
            <a:r>
              <a:rPr b="1" lang="en" sz="1200" u="sng">
                <a:solidFill>
                  <a:srgbClr val="1155CC"/>
                </a:solidFill>
                <a:latin typeface="Arial"/>
                <a:ea typeface="Arial"/>
                <a:cs typeface="Arial"/>
                <a:sym typeface="Arial"/>
                <a:hlinkClick r:id="rId5">
                  <a:extLst>
                    <a:ext uri="{A12FA001-AC4F-418D-AE19-62706E023703}">
                      <ahyp:hlinkClr val="tx"/>
                    </a:ext>
                  </a:extLst>
                </a:hlinkClick>
              </a:rPr>
              <a:t>https://github.com/pjreddie/darknet</a:t>
            </a:r>
            <a:endParaRPr b="1" sz="1200">
              <a:solidFill>
                <a:srgbClr val="000000"/>
              </a:solidFill>
              <a:latin typeface="Arial"/>
              <a:ea typeface="Arial"/>
              <a:cs typeface="Arial"/>
              <a:sym typeface="Arial"/>
            </a:endParaRPr>
          </a:p>
          <a:p>
            <a:pPr indent="-351075" lvl="1" marL="904875" rtl="0" algn="just">
              <a:lnSpc>
                <a:spcPct val="150000"/>
              </a:lnSpc>
              <a:spcBef>
                <a:spcPts val="1575"/>
              </a:spcBef>
              <a:spcAft>
                <a:spcPts val="0"/>
              </a:spcAft>
              <a:buClr>
                <a:srgbClr val="000000"/>
              </a:buClr>
              <a:buSzPts val="1200"/>
              <a:buFont typeface="Arial"/>
              <a:buAutoNum type="arabicPeriod"/>
            </a:pPr>
            <a:r>
              <a:rPr b="1" lang="en" sz="1200" u="sng">
                <a:solidFill>
                  <a:srgbClr val="1155CC"/>
                </a:solidFill>
                <a:latin typeface="Arial"/>
                <a:ea typeface="Arial"/>
                <a:cs typeface="Arial"/>
                <a:sym typeface="Arial"/>
                <a:hlinkClick r:id="rId6">
                  <a:extLst>
                    <a:ext uri="{A12FA001-AC4F-418D-AE19-62706E023703}">
                      <ahyp:hlinkClr val="tx"/>
                    </a:ext>
                  </a:extLst>
                </a:hlinkClick>
              </a:rPr>
              <a:t>https://www.tensorflow.org/guide/keras</a:t>
            </a:r>
            <a:endParaRPr b="1" sz="1200">
              <a:solidFill>
                <a:srgbClr val="000000"/>
              </a:solidFill>
              <a:latin typeface="Arial"/>
              <a:ea typeface="Arial"/>
              <a:cs typeface="Arial"/>
              <a:sym typeface="Arial"/>
            </a:endParaRPr>
          </a:p>
          <a:p>
            <a:pPr indent="0" lvl="0" marL="904875" rtl="0" algn="just">
              <a:lnSpc>
                <a:spcPct val="117500"/>
              </a:lnSpc>
              <a:spcBef>
                <a:spcPts val="1575"/>
              </a:spcBef>
              <a:spcAft>
                <a:spcPts val="0"/>
              </a:spcAft>
              <a:buNone/>
            </a:pPr>
            <a:r>
              <a:t/>
            </a:r>
            <a:endParaRPr sz="1430">
              <a:solidFill>
                <a:srgbClr val="000000"/>
              </a:solidFill>
              <a:latin typeface="Arial"/>
              <a:ea typeface="Arial"/>
              <a:cs typeface="Arial"/>
              <a:sym typeface="Arial"/>
            </a:endParaRPr>
          </a:p>
          <a:p>
            <a:pPr indent="0" lvl="0" marL="0" rtl="0" algn="l">
              <a:lnSpc>
                <a:spcPct val="100000"/>
              </a:lnSpc>
              <a:spcBef>
                <a:spcPts val="915"/>
              </a:spcBef>
              <a:spcAft>
                <a:spcPts val="0"/>
              </a:spcAft>
              <a:buSzPts val="300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2" name="Shape 1362"/>
        <p:cNvGrpSpPr/>
        <p:nvPr/>
      </p:nvGrpSpPr>
      <p:grpSpPr>
        <a:xfrm>
          <a:off x="0" y="0"/>
          <a:ext cx="0" cy="0"/>
          <a:chOff x="0" y="0"/>
          <a:chExt cx="0" cy="0"/>
        </a:xfrm>
      </p:grpSpPr>
      <p:grpSp>
        <p:nvGrpSpPr>
          <p:cNvPr id="1363" name="Google Shape;1363;p40"/>
          <p:cNvGrpSpPr/>
          <p:nvPr/>
        </p:nvGrpSpPr>
        <p:grpSpPr>
          <a:xfrm>
            <a:off x="4812700" y="972387"/>
            <a:ext cx="3486675" cy="3198725"/>
            <a:chOff x="394" y="708"/>
            <a:chExt cx="2700" cy="2477"/>
          </a:xfrm>
        </p:grpSpPr>
        <p:sp>
          <p:nvSpPr>
            <p:cNvPr id="1364" name="Google Shape;1364;p40"/>
            <p:cNvSpPr/>
            <p:nvPr/>
          </p:nvSpPr>
          <p:spPr>
            <a:xfrm>
              <a:off x="636"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5" name="Google Shape;1365;p40"/>
            <p:cNvSpPr/>
            <p:nvPr/>
          </p:nvSpPr>
          <p:spPr>
            <a:xfrm>
              <a:off x="983"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6" name="Google Shape;1366;p40"/>
            <p:cNvSpPr/>
            <p:nvPr/>
          </p:nvSpPr>
          <p:spPr>
            <a:xfrm>
              <a:off x="1330"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7" name="Google Shape;1367;p40"/>
            <p:cNvSpPr/>
            <p:nvPr/>
          </p:nvSpPr>
          <p:spPr>
            <a:xfrm>
              <a:off x="1677"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8" name="Google Shape;1368;p40"/>
            <p:cNvSpPr/>
            <p:nvPr/>
          </p:nvSpPr>
          <p:spPr>
            <a:xfrm>
              <a:off x="2024"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69" name="Google Shape;1369;p40"/>
            <p:cNvSpPr/>
            <p:nvPr/>
          </p:nvSpPr>
          <p:spPr>
            <a:xfrm>
              <a:off x="2371"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0" name="Google Shape;1370;p40"/>
            <p:cNvSpPr/>
            <p:nvPr/>
          </p:nvSpPr>
          <p:spPr>
            <a:xfrm>
              <a:off x="2718" y="890"/>
              <a:ext cx="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1" name="Google Shape;1371;p40"/>
            <p:cNvSpPr/>
            <p:nvPr/>
          </p:nvSpPr>
          <p:spPr>
            <a:xfrm>
              <a:off x="636" y="708"/>
              <a:ext cx="2100" cy="3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2" name="Google Shape;1372;p40"/>
            <p:cNvSpPr/>
            <p:nvPr/>
          </p:nvSpPr>
          <p:spPr>
            <a:xfrm>
              <a:off x="636" y="1309"/>
              <a:ext cx="2100" cy="1500"/>
            </a:xfrm>
            <a:prstGeom prst="rect">
              <a:avLst/>
            </a:prstGeom>
            <a:solidFill>
              <a:srgbClr val="04759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3" name="Google Shape;1373;p40"/>
            <p:cNvSpPr/>
            <p:nvPr/>
          </p:nvSpPr>
          <p:spPr>
            <a:xfrm>
              <a:off x="636" y="1309"/>
              <a:ext cx="2100" cy="1500"/>
            </a:xfrm>
            <a:prstGeom prst="rect">
              <a:avLst/>
            </a:pr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4" name="Google Shape;1374;p40"/>
            <p:cNvSpPr/>
            <p:nvPr/>
          </p:nvSpPr>
          <p:spPr>
            <a:xfrm>
              <a:off x="776" y="1336"/>
              <a:ext cx="1800" cy="1500"/>
            </a:xfrm>
            <a:prstGeom prst="rect">
              <a:avLst/>
            </a:prstGeom>
            <a:solidFill>
              <a:srgbClr val="035D7C"/>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5" name="Google Shape;1375;p40"/>
            <p:cNvSpPr/>
            <p:nvPr/>
          </p:nvSpPr>
          <p:spPr>
            <a:xfrm>
              <a:off x="776" y="1336"/>
              <a:ext cx="1800" cy="15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6" name="Google Shape;1376;p40"/>
            <p:cNvSpPr/>
            <p:nvPr/>
          </p:nvSpPr>
          <p:spPr>
            <a:xfrm>
              <a:off x="1093" y="1336"/>
              <a:ext cx="1200" cy="1500"/>
            </a:xfrm>
            <a:prstGeom prst="rect">
              <a:avLst/>
            </a:prstGeom>
            <a:solidFill>
              <a:srgbClr val="00465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7" name="Google Shape;1377;p40"/>
            <p:cNvSpPr/>
            <p:nvPr/>
          </p:nvSpPr>
          <p:spPr>
            <a:xfrm>
              <a:off x="1093" y="1336"/>
              <a:ext cx="1200" cy="1500"/>
            </a:xfrm>
            <a:prstGeom prst="rect">
              <a:avLst/>
            </a:pr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8" name="Google Shape;1378;p40"/>
            <p:cNvSpPr/>
            <p:nvPr/>
          </p:nvSpPr>
          <p:spPr>
            <a:xfrm>
              <a:off x="636" y="2500"/>
              <a:ext cx="1077" cy="624"/>
            </a:xfrm>
            <a:custGeom>
              <a:rect b="b" l="l" r="r" t="t"/>
              <a:pathLst>
                <a:path extrusionOk="0" h="624" w="1077">
                  <a:moveTo>
                    <a:pt x="0" y="518"/>
                  </a:moveTo>
                  <a:lnTo>
                    <a:pt x="486" y="0"/>
                  </a:lnTo>
                  <a:lnTo>
                    <a:pt x="1077" y="0"/>
                  </a:lnTo>
                  <a:lnTo>
                    <a:pt x="1077" y="624"/>
                  </a:lnTo>
                  <a:lnTo>
                    <a:pt x="0" y="518"/>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9" name="Google Shape;1379;p40"/>
            <p:cNvSpPr/>
            <p:nvPr/>
          </p:nvSpPr>
          <p:spPr>
            <a:xfrm>
              <a:off x="1713" y="2500"/>
              <a:ext cx="1078" cy="624"/>
            </a:xfrm>
            <a:custGeom>
              <a:rect b="b" l="l" r="r" t="t"/>
              <a:pathLst>
                <a:path extrusionOk="0" h="624" w="1078">
                  <a:moveTo>
                    <a:pt x="1078" y="518"/>
                  </a:moveTo>
                  <a:lnTo>
                    <a:pt x="592" y="0"/>
                  </a:lnTo>
                  <a:lnTo>
                    <a:pt x="0" y="0"/>
                  </a:lnTo>
                  <a:lnTo>
                    <a:pt x="0" y="624"/>
                  </a:lnTo>
                  <a:lnTo>
                    <a:pt x="1078" y="518"/>
                  </a:lnTo>
                  <a:close/>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0" name="Google Shape;1380;p40"/>
            <p:cNvSpPr/>
            <p:nvPr/>
          </p:nvSpPr>
          <p:spPr>
            <a:xfrm>
              <a:off x="394" y="2885"/>
              <a:ext cx="2700" cy="300"/>
            </a:xfrm>
            <a:prstGeom prst="rect">
              <a:avLst/>
            </a:pr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1" name="Google Shape;1381;p40"/>
            <p:cNvSpPr/>
            <p:nvPr/>
          </p:nvSpPr>
          <p:spPr>
            <a:xfrm>
              <a:off x="874" y="1815"/>
              <a:ext cx="223" cy="108"/>
            </a:xfrm>
            <a:custGeom>
              <a:rect b="b" l="l" r="r" t="t"/>
              <a:pathLst>
                <a:path extrusionOk="0" h="415" w="856">
                  <a:moveTo>
                    <a:pt x="0" y="183"/>
                  </a:moveTo>
                  <a:cubicBezTo>
                    <a:pt x="0" y="296"/>
                    <a:pt x="0" y="296"/>
                    <a:pt x="0" y="296"/>
                  </a:cubicBezTo>
                  <a:cubicBezTo>
                    <a:pt x="0" y="362"/>
                    <a:pt x="53" y="415"/>
                    <a:pt x="119" y="415"/>
                  </a:cubicBezTo>
                  <a:cubicBezTo>
                    <a:pt x="856" y="415"/>
                    <a:pt x="856" y="415"/>
                    <a:pt x="856" y="415"/>
                  </a:cubicBezTo>
                  <a:cubicBezTo>
                    <a:pt x="856" y="268"/>
                    <a:pt x="856" y="268"/>
                    <a:pt x="856" y="268"/>
                  </a:cubicBezTo>
                  <a:cubicBezTo>
                    <a:pt x="803" y="259"/>
                    <a:pt x="803" y="259"/>
                    <a:pt x="803" y="259"/>
                  </a:cubicBezTo>
                  <a:cubicBezTo>
                    <a:pt x="691" y="259"/>
                    <a:pt x="691" y="259"/>
                    <a:pt x="691" y="259"/>
                  </a:cubicBezTo>
                  <a:cubicBezTo>
                    <a:pt x="691" y="143"/>
                    <a:pt x="691" y="143"/>
                    <a:pt x="691" y="143"/>
                  </a:cubicBezTo>
                  <a:cubicBezTo>
                    <a:pt x="691" y="64"/>
                    <a:pt x="627" y="0"/>
                    <a:pt x="548" y="0"/>
                  </a:cubicBezTo>
                  <a:cubicBezTo>
                    <a:pt x="218" y="0"/>
                    <a:pt x="218" y="0"/>
                    <a:pt x="218" y="0"/>
                  </a:cubicBezTo>
                  <a:cubicBezTo>
                    <a:pt x="92" y="17"/>
                    <a:pt x="12" y="71"/>
                    <a:pt x="0" y="182"/>
                  </a:cubicBezTo>
                  <a:cubicBezTo>
                    <a:pt x="0" y="182"/>
                    <a:pt x="0" y="183"/>
                    <a:pt x="0" y="18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2" name="Google Shape;1382;p40"/>
            <p:cNvSpPr/>
            <p:nvPr/>
          </p:nvSpPr>
          <p:spPr>
            <a:xfrm>
              <a:off x="874" y="1862"/>
              <a:ext cx="56" cy="13"/>
            </a:xfrm>
            <a:custGeom>
              <a:rect b="b" l="l" r="r" t="t"/>
              <a:pathLst>
                <a:path extrusionOk="0" h="49" w="214">
                  <a:moveTo>
                    <a:pt x="0" y="1"/>
                  </a:moveTo>
                  <a:cubicBezTo>
                    <a:pt x="0" y="49"/>
                    <a:pt x="0" y="49"/>
                    <a:pt x="0" y="49"/>
                  </a:cubicBezTo>
                  <a:cubicBezTo>
                    <a:pt x="214" y="49"/>
                    <a:pt x="214" y="49"/>
                    <a:pt x="214" y="49"/>
                  </a:cubicBezTo>
                  <a:cubicBezTo>
                    <a:pt x="214" y="0"/>
                    <a:pt x="214" y="0"/>
                    <a:pt x="214" y="0"/>
                  </a:cubicBezTo>
                  <a:cubicBezTo>
                    <a:pt x="0" y="0"/>
                    <a:pt x="0" y="0"/>
                    <a:pt x="0" y="0"/>
                  </a:cubicBezTo>
                  <a:cubicBezTo>
                    <a:pt x="0" y="0"/>
                    <a:pt x="0" y="1"/>
                    <a:pt x="0" y="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3" name="Google Shape;1383;p40"/>
            <p:cNvSpPr/>
            <p:nvPr/>
          </p:nvSpPr>
          <p:spPr>
            <a:xfrm>
              <a:off x="2295" y="1815"/>
              <a:ext cx="223" cy="108"/>
            </a:xfrm>
            <a:custGeom>
              <a:rect b="b" l="l" r="r" t="t"/>
              <a:pathLst>
                <a:path extrusionOk="0" h="415" w="857">
                  <a:moveTo>
                    <a:pt x="857" y="183"/>
                  </a:moveTo>
                  <a:cubicBezTo>
                    <a:pt x="857" y="296"/>
                    <a:pt x="857" y="296"/>
                    <a:pt x="857" y="296"/>
                  </a:cubicBezTo>
                  <a:cubicBezTo>
                    <a:pt x="857" y="362"/>
                    <a:pt x="804" y="415"/>
                    <a:pt x="738" y="415"/>
                  </a:cubicBezTo>
                  <a:cubicBezTo>
                    <a:pt x="0" y="415"/>
                    <a:pt x="0" y="415"/>
                    <a:pt x="0" y="415"/>
                  </a:cubicBezTo>
                  <a:cubicBezTo>
                    <a:pt x="0" y="268"/>
                    <a:pt x="0" y="268"/>
                    <a:pt x="0" y="268"/>
                  </a:cubicBezTo>
                  <a:cubicBezTo>
                    <a:pt x="54" y="259"/>
                    <a:pt x="54" y="259"/>
                    <a:pt x="54" y="259"/>
                  </a:cubicBezTo>
                  <a:cubicBezTo>
                    <a:pt x="166" y="259"/>
                    <a:pt x="166" y="259"/>
                    <a:pt x="166" y="259"/>
                  </a:cubicBezTo>
                  <a:cubicBezTo>
                    <a:pt x="166" y="143"/>
                    <a:pt x="166" y="143"/>
                    <a:pt x="166" y="143"/>
                  </a:cubicBezTo>
                  <a:cubicBezTo>
                    <a:pt x="166" y="64"/>
                    <a:pt x="230" y="0"/>
                    <a:pt x="309" y="0"/>
                  </a:cubicBezTo>
                  <a:cubicBezTo>
                    <a:pt x="638" y="0"/>
                    <a:pt x="638" y="0"/>
                    <a:pt x="638" y="0"/>
                  </a:cubicBezTo>
                  <a:cubicBezTo>
                    <a:pt x="765" y="17"/>
                    <a:pt x="845" y="71"/>
                    <a:pt x="857" y="182"/>
                  </a:cubicBezTo>
                  <a:cubicBezTo>
                    <a:pt x="857" y="182"/>
                    <a:pt x="857" y="183"/>
                    <a:pt x="857" y="183"/>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4" name="Google Shape;1384;p40"/>
            <p:cNvSpPr/>
            <p:nvPr/>
          </p:nvSpPr>
          <p:spPr>
            <a:xfrm>
              <a:off x="2462" y="1862"/>
              <a:ext cx="55" cy="13"/>
            </a:xfrm>
            <a:custGeom>
              <a:rect b="b" l="l" r="r" t="t"/>
              <a:pathLst>
                <a:path extrusionOk="0" h="49" w="214">
                  <a:moveTo>
                    <a:pt x="214" y="1"/>
                  </a:moveTo>
                  <a:cubicBezTo>
                    <a:pt x="214" y="49"/>
                    <a:pt x="214" y="49"/>
                    <a:pt x="214" y="49"/>
                  </a:cubicBezTo>
                  <a:cubicBezTo>
                    <a:pt x="0" y="49"/>
                    <a:pt x="0" y="49"/>
                    <a:pt x="0" y="49"/>
                  </a:cubicBezTo>
                  <a:cubicBezTo>
                    <a:pt x="0" y="0"/>
                    <a:pt x="0" y="0"/>
                    <a:pt x="0" y="0"/>
                  </a:cubicBezTo>
                  <a:cubicBezTo>
                    <a:pt x="214" y="0"/>
                    <a:pt x="214" y="0"/>
                    <a:pt x="214" y="0"/>
                  </a:cubicBezTo>
                  <a:cubicBezTo>
                    <a:pt x="214" y="0"/>
                    <a:pt x="214" y="1"/>
                    <a:pt x="214" y="1"/>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5" name="Google Shape;1385;p40"/>
            <p:cNvSpPr/>
            <p:nvPr/>
          </p:nvSpPr>
          <p:spPr>
            <a:xfrm>
              <a:off x="985" y="2433"/>
              <a:ext cx="186" cy="450"/>
            </a:xfrm>
            <a:custGeom>
              <a:rect b="b" l="l" r="r" t="t"/>
              <a:pathLst>
                <a:path extrusionOk="0" h="1731" w="714">
                  <a:moveTo>
                    <a:pt x="20" y="1731"/>
                  </a:moveTo>
                  <a:cubicBezTo>
                    <a:pt x="694" y="1731"/>
                    <a:pt x="694" y="1731"/>
                    <a:pt x="694" y="1731"/>
                  </a:cubicBezTo>
                  <a:cubicBezTo>
                    <a:pt x="705" y="1731"/>
                    <a:pt x="714" y="1722"/>
                    <a:pt x="714" y="1711"/>
                  </a:cubicBezTo>
                  <a:cubicBezTo>
                    <a:pt x="714" y="0"/>
                    <a:pt x="714" y="0"/>
                    <a:pt x="714" y="0"/>
                  </a:cubicBezTo>
                  <a:cubicBezTo>
                    <a:pt x="0" y="0"/>
                    <a:pt x="0" y="0"/>
                    <a:pt x="0" y="0"/>
                  </a:cubicBezTo>
                  <a:cubicBezTo>
                    <a:pt x="0" y="1711"/>
                    <a:pt x="0" y="1711"/>
                    <a:pt x="0" y="1711"/>
                  </a:cubicBezTo>
                  <a:cubicBezTo>
                    <a:pt x="0" y="1722"/>
                    <a:pt x="9" y="1731"/>
                    <a:pt x="20" y="173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6" name="Google Shape;1386;p40"/>
            <p:cNvSpPr/>
            <p:nvPr/>
          </p:nvSpPr>
          <p:spPr>
            <a:xfrm>
              <a:off x="2221" y="2433"/>
              <a:ext cx="186" cy="450"/>
            </a:xfrm>
            <a:custGeom>
              <a:rect b="b" l="l" r="r" t="t"/>
              <a:pathLst>
                <a:path extrusionOk="0" h="1731" w="714">
                  <a:moveTo>
                    <a:pt x="694" y="1731"/>
                  </a:moveTo>
                  <a:cubicBezTo>
                    <a:pt x="20" y="1731"/>
                    <a:pt x="20" y="1731"/>
                    <a:pt x="20" y="1731"/>
                  </a:cubicBezTo>
                  <a:cubicBezTo>
                    <a:pt x="9" y="1731"/>
                    <a:pt x="0" y="1722"/>
                    <a:pt x="0" y="1711"/>
                  </a:cubicBezTo>
                  <a:cubicBezTo>
                    <a:pt x="0" y="0"/>
                    <a:pt x="0" y="0"/>
                    <a:pt x="0" y="0"/>
                  </a:cubicBezTo>
                  <a:cubicBezTo>
                    <a:pt x="714" y="0"/>
                    <a:pt x="714" y="0"/>
                    <a:pt x="714" y="0"/>
                  </a:cubicBezTo>
                  <a:cubicBezTo>
                    <a:pt x="714" y="1711"/>
                    <a:pt x="714" y="1711"/>
                    <a:pt x="714" y="1711"/>
                  </a:cubicBezTo>
                  <a:cubicBezTo>
                    <a:pt x="714" y="1722"/>
                    <a:pt x="705" y="1731"/>
                    <a:pt x="694" y="1731"/>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7" name="Google Shape;1387;p40"/>
            <p:cNvSpPr/>
            <p:nvPr/>
          </p:nvSpPr>
          <p:spPr>
            <a:xfrm>
              <a:off x="954" y="1505"/>
              <a:ext cx="1487" cy="1208"/>
            </a:xfrm>
            <a:custGeom>
              <a:rect b="b" l="l" r="r" t="t"/>
              <a:pathLst>
                <a:path extrusionOk="0" h="4648" w="5721">
                  <a:moveTo>
                    <a:pt x="5702" y="3220"/>
                  </a:moveTo>
                  <a:cubicBezTo>
                    <a:pt x="5667" y="3695"/>
                    <a:pt x="5577" y="4360"/>
                    <a:pt x="5514" y="4442"/>
                  </a:cubicBezTo>
                  <a:cubicBezTo>
                    <a:pt x="5425" y="4558"/>
                    <a:pt x="5202" y="4612"/>
                    <a:pt x="5094" y="4630"/>
                  </a:cubicBezTo>
                  <a:cubicBezTo>
                    <a:pt x="4988" y="4648"/>
                    <a:pt x="2860" y="4630"/>
                    <a:pt x="2860" y="4630"/>
                  </a:cubicBezTo>
                  <a:cubicBezTo>
                    <a:pt x="2860" y="4630"/>
                    <a:pt x="733" y="4648"/>
                    <a:pt x="626" y="4630"/>
                  </a:cubicBezTo>
                  <a:cubicBezTo>
                    <a:pt x="519" y="4612"/>
                    <a:pt x="296" y="4558"/>
                    <a:pt x="207" y="4442"/>
                  </a:cubicBezTo>
                  <a:cubicBezTo>
                    <a:pt x="144" y="4360"/>
                    <a:pt x="53" y="3695"/>
                    <a:pt x="19" y="3220"/>
                  </a:cubicBezTo>
                  <a:cubicBezTo>
                    <a:pt x="5" y="3025"/>
                    <a:pt x="0" y="2861"/>
                    <a:pt x="11" y="2783"/>
                  </a:cubicBezTo>
                  <a:cubicBezTo>
                    <a:pt x="15" y="2746"/>
                    <a:pt x="32" y="2681"/>
                    <a:pt x="57" y="2596"/>
                  </a:cubicBezTo>
                  <a:cubicBezTo>
                    <a:pt x="94" y="2468"/>
                    <a:pt x="150" y="2295"/>
                    <a:pt x="217" y="2100"/>
                  </a:cubicBezTo>
                  <a:cubicBezTo>
                    <a:pt x="223" y="2081"/>
                    <a:pt x="230" y="2061"/>
                    <a:pt x="237" y="2040"/>
                  </a:cubicBezTo>
                  <a:cubicBezTo>
                    <a:pt x="446" y="1434"/>
                    <a:pt x="739" y="655"/>
                    <a:pt x="858" y="402"/>
                  </a:cubicBezTo>
                  <a:cubicBezTo>
                    <a:pt x="1045" y="0"/>
                    <a:pt x="2860" y="54"/>
                    <a:pt x="2860" y="54"/>
                  </a:cubicBezTo>
                  <a:cubicBezTo>
                    <a:pt x="2860" y="54"/>
                    <a:pt x="4675" y="0"/>
                    <a:pt x="4863" y="402"/>
                  </a:cubicBezTo>
                  <a:cubicBezTo>
                    <a:pt x="4981" y="655"/>
                    <a:pt x="5275" y="1434"/>
                    <a:pt x="5483" y="2040"/>
                  </a:cubicBezTo>
                  <a:cubicBezTo>
                    <a:pt x="5490" y="2061"/>
                    <a:pt x="5497" y="2080"/>
                    <a:pt x="5504" y="2100"/>
                  </a:cubicBezTo>
                  <a:cubicBezTo>
                    <a:pt x="5570" y="2295"/>
                    <a:pt x="5626" y="2468"/>
                    <a:pt x="5664" y="2596"/>
                  </a:cubicBezTo>
                  <a:cubicBezTo>
                    <a:pt x="5689" y="2681"/>
                    <a:pt x="5705" y="2746"/>
                    <a:pt x="5710" y="2783"/>
                  </a:cubicBezTo>
                  <a:cubicBezTo>
                    <a:pt x="5721" y="2861"/>
                    <a:pt x="5716" y="3025"/>
                    <a:pt x="5702" y="3220"/>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8" name="Google Shape;1388;p40"/>
            <p:cNvSpPr/>
            <p:nvPr/>
          </p:nvSpPr>
          <p:spPr>
            <a:xfrm>
              <a:off x="1010" y="1505"/>
              <a:ext cx="1375" cy="689"/>
            </a:xfrm>
            <a:custGeom>
              <a:rect b="b" l="l" r="r" t="t"/>
              <a:pathLst>
                <a:path extrusionOk="0" h="2650" w="5287">
                  <a:moveTo>
                    <a:pt x="5287" y="2100"/>
                  </a:moveTo>
                  <a:cubicBezTo>
                    <a:pt x="5016" y="2143"/>
                    <a:pt x="4463" y="2274"/>
                    <a:pt x="4276" y="2650"/>
                  </a:cubicBezTo>
                  <a:cubicBezTo>
                    <a:pt x="2718" y="2650"/>
                    <a:pt x="2643" y="2629"/>
                    <a:pt x="2643" y="2629"/>
                  </a:cubicBezTo>
                  <a:cubicBezTo>
                    <a:pt x="2643" y="2629"/>
                    <a:pt x="2568" y="2650"/>
                    <a:pt x="1010" y="2650"/>
                  </a:cubicBezTo>
                  <a:cubicBezTo>
                    <a:pt x="824" y="2274"/>
                    <a:pt x="271" y="2143"/>
                    <a:pt x="0" y="2100"/>
                  </a:cubicBezTo>
                  <a:cubicBezTo>
                    <a:pt x="6" y="2081"/>
                    <a:pt x="13" y="2061"/>
                    <a:pt x="20" y="2040"/>
                  </a:cubicBezTo>
                  <a:cubicBezTo>
                    <a:pt x="229" y="1434"/>
                    <a:pt x="522" y="655"/>
                    <a:pt x="641" y="402"/>
                  </a:cubicBezTo>
                  <a:cubicBezTo>
                    <a:pt x="828" y="0"/>
                    <a:pt x="2643" y="54"/>
                    <a:pt x="2643" y="54"/>
                  </a:cubicBezTo>
                  <a:cubicBezTo>
                    <a:pt x="2643" y="54"/>
                    <a:pt x="4458" y="0"/>
                    <a:pt x="4646" y="402"/>
                  </a:cubicBezTo>
                  <a:cubicBezTo>
                    <a:pt x="4764" y="655"/>
                    <a:pt x="5058" y="1434"/>
                    <a:pt x="5266" y="2040"/>
                  </a:cubicBezTo>
                  <a:cubicBezTo>
                    <a:pt x="5273" y="2061"/>
                    <a:pt x="5280" y="2080"/>
                    <a:pt x="5287" y="2100"/>
                  </a:cubicBezTo>
                </a:path>
              </a:pathLst>
            </a:custGeom>
            <a:solidFill>
              <a:schemeClr val="accent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89" name="Google Shape;1389;p40"/>
            <p:cNvSpPr/>
            <p:nvPr/>
          </p:nvSpPr>
          <p:spPr>
            <a:xfrm>
              <a:off x="959" y="2340"/>
              <a:ext cx="1478" cy="371"/>
            </a:xfrm>
            <a:custGeom>
              <a:rect b="b" l="l" r="r" t="t"/>
              <a:pathLst>
                <a:path extrusionOk="0" h="1428" w="5683">
                  <a:moveTo>
                    <a:pt x="5683" y="0"/>
                  </a:moveTo>
                  <a:cubicBezTo>
                    <a:pt x="5667" y="222"/>
                    <a:pt x="5639" y="484"/>
                    <a:pt x="5607" y="709"/>
                  </a:cubicBezTo>
                  <a:cubicBezTo>
                    <a:pt x="5570" y="968"/>
                    <a:pt x="5529" y="1179"/>
                    <a:pt x="5495" y="1222"/>
                  </a:cubicBezTo>
                  <a:cubicBezTo>
                    <a:pt x="5406" y="1338"/>
                    <a:pt x="5183" y="1392"/>
                    <a:pt x="5075" y="1410"/>
                  </a:cubicBezTo>
                  <a:cubicBezTo>
                    <a:pt x="4969" y="1428"/>
                    <a:pt x="2841" y="1410"/>
                    <a:pt x="2841" y="1410"/>
                  </a:cubicBezTo>
                  <a:cubicBezTo>
                    <a:pt x="2841" y="1410"/>
                    <a:pt x="714" y="1428"/>
                    <a:pt x="607" y="1410"/>
                  </a:cubicBezTo>
                  <a:cubicBezTo>
                    <a:pt x="500" y="1392"/>
                    <a:pt x="277" y="1338"/>
                    <a:pt x="188" y="1222"/>
                  </a:cubicBezTo>
                  <a:cubicBezTo>
                    <a:pt x="154" y="1179"/>
                    <a:pt x="113" y="968"/>
                    <a:pt x="76" y="709"/>
                  </a:cubicBezTo>
                  <a:cubicBezTo>
                    <a:pt x="44" y="484"/>
                    <a:pt x="16" y="222"/>
                    <a:pt x="0" y="0"/>
                  </a:cubicBezTo>
                  <a:lnTo>
                    <a:pt x="5683" y="0"/>
                  </a:lnTo>
                  <a:close/>
                </a:path>
              </a:pathLst>
            </a:custGeom>
            <a:solidFill>
              <a:srgbClr val="02333F">
                <a:alpha val="2940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0" name="Google Shape;1390;p40"/>
            <p:cNvSpPr/>
            <p:nvPr/>
          </p:nvSpPr>
          <p:spPr>
            <a:xfrm>
              <a:off x="978" y="2524"/>
              <a:ext cx="1438" cy="187"/>
            </a:xfrm>
            <a:custGeom>
              <a:rect b="b" l="l" r="r" t="t"/>
              <a:pathLst>
                <a:path extrusionOk="0" h="719" w="5531">
                  <a:moveTo>
                    <a:pt x="5531" y="0"/>
                  </a:moveTo>
                  <a:cubicBezTo>
                    <a:pt x="5494" y="259"/>
                    <a:pt x="5453" y="470"/>
                    <a:pt x="5419" y="513"/>
                  </a:cubicBezTo>
                  <a:cubicBezTo>
                    <a:pt x="5330" y="629"/>
                    <a:pt x="5107" y="683"/>
                    <a:pt x="4999" y="701"/>
                  </a:cubicBezTo>
                  <a:cubicBezTo>
                    <a:pt x="4893" y="719"/>
                    <a:pt x="2765" y="701"/>
                    <a:pt x="2765" y="701"/>
                  </a:cubicBezTo>
                  <a:cubicBezTo>
                    <a:pt x="2765" y="701"/>
                    <a:pt x="638" y="719"/>
                    <a:pt x="531" y="701"/>
                  </a:cubicBezTo>
                  <a:cubicBezTo>
                    <a:pt x="424" y="683"/>
                    <a:pt x="201" y="629"/>
                    <a:pt x="112" y="513"/>
                  </a:cubicBezTo>
                  <a:cubicBezTo>
                    <a:pt x="78" y="470"/>
                    <a:pt x="37" y="259"/>
                    <a:pt x="0" y="0"/>
                  </a:cubicBezTo>
                  <a:lnTo>
                    <a:pt x="5531" y="0"/>
                  </a:lnTo>
                  <a:close/>
                </a:path>
              </a:pathLst>
            </a:custGeom>
            <a:solidFill>
              <a:srgbClr val="02333F">
                <a:alpha val="29409"/>
              </a:srgbClr>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1" name="Google Shape;1391;p40"/>
            <p:cNvSpPr/>
            <p:nvPr/>
          </p:nvSpPr>
          <p:spPr>
            <a:xfrm>
              <a:off x="2084" y="2034"/>
              <a:ext cx="340" cy="201"/>
            </a:xfrm>
            <a:custGeom>
              <a:rect b="b" l="l" r="r" t="t"/>
              <a:pathLst>
                <a:path extrusionOk="0" h="773" w="1307">
                  <a:moveTo>
                    <a:pt x="1307" y="556"/>
                  </a:moveTo>
                  <a:cubicBezTo>
                    <a:pt x="1020" y="641"/>
                    <a:pt x="476" y="719"/>
                    <a:pt x="156" y="761"/>
                  </a:cubicBezTo>
                  <a:cubicBezTo>
                    <a:pt x="61" y="773"/>
                    <a:pt x="0" y="662"/>
                    <a:pt x="61" y="589"/>
                  </a:cubicBezTo>
                  <a:cubicBezTo>
                    <a:pt x="143" y="491"/>
                    <a:pt x="247" y="379"/>
                    <a:pt x="345" y="305"/>
                  </a:cubicBezTo>
                  <a:cubicBezTo>
                    <a:pt x="516" y="176"/>
                    <a:pt x="967" y="44"/>
                    <a:pt x="1126" y="0"/>
                  </a:cubicBezTo>
                  <a:cubicBezTo>
                    <a:pt x="1202" y="219"/>
                    <a:pt x="1266" y="415"/>
                    <a:pt x="1307" y="55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2" name="Google Shape;1392;p40"/>
            <p:cNvSpPr/>
            <p:nvPr/>
          </p:nvSpPr>
          <p:spPr>
            <a:xfrm>
              <a:off x="2135" y="2340"/>
              <a:ext cx="261" cy="141"/>
            </a:xfrm>
            <a:custGeom>
              <a:rect b="b" l="l" r="r" t="t"/>
              <a:pathLst>
                <a:path extrusionOk="0" h="544" w="1005">
                  <a:moveTo>
                    <a:pt x="21" y="93"/>
                  </a:moveTo>
                  <a:cubicBezTo>
                    <a:pt x="3" y="194"/>
                    <a:pt x="0" y="290"/>
                    <a:pt x="10" y="381"/>
                  </a:cubicBezTo>
                  <a:cubicBezTo>
                    <a:pt x="19" y="474"/>
                    <a:pt x="99" y="544"/>
                    <a:pt x="193" y="544"/>
                  </a:cubicBezTo>
                  <a:cubicBezTo>
                    <a:pt x="426" y="544"/>
                    <a:pt x="426" y="544"/>
                    <a:pt x="426" y="544"/>
                  </a:cubicBezTo>
                  <a:cubicBezTo>
                    <a:pt x="668" y="544"/>
                    <a:pt x="891" y="399"/>
                    <a:pt x="973" y="172"/>
                  </a:cubicBezTo>
                  <a:cubicBezTo>
                    <a:pt x="976" y="164"/>
                    <a:pt x="979" y="157"/>
                    <a:pt x="981" y="149"/>
                  </a:cubicBezTo>
                  <a:cubicBezTo>
                    <a:pt x="1005" y="76"/>
                    <a:pt x="951" y="0"/>
                    <a:pt x="874" y="0"/>
                  </a:cubicBezTo>
                  <a:cubicBezTo>
                    <a:pt x="133" y="0"/>
                    <a:pt x="133" y="0"/>
                    <a:pt x="133" y="0"/>
                  </a:cubicBezTo>
                  <a:cubicBezTo>
                    <a:pt x="78" y="0"/>
                    <a:pt x="30" y="39"/>
                    <a:pt x="21" y="9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3" name="Google Shape;1393;p40"/>
            <p:cNvSpPr/>
            <p:nvPr/>
          </p:nvSpPr>
          <p:spPr>
            <a:xfrm>
              <a:off x="1115" y="1559"/>
              <a:ext cx="1169" cy="379"/>
            </a:xfrm>
            <a:custGeom>
              <a:rect b="b" l="l" r="r" t="t"/>
              <a:pathLst>
                <a:path extrusionOk="0" h="1456" w="4495">
                  <a:moveTo>
                    <a:pt x="4471" y="1427"/>
                  </a:moveTo>
                  <a:cubicBezTo>
                    <a:pt x="4453" y="1449"/>
                    <a:pt x="3957" y="1455"/>
                    <a:pt x="3437" y="1456"/>
                  </a:cubicBezTo>
                  <a:cubicBezTo>
                    <a:pt x="3118" y="1456"/>
                    <a:pt x="2790" y="1455"/>
                    <a:pt x="2558" y="1453"/>
                  </a:cubicBezTo>
                  <a:cubicBezTo>
                    <a:pt x="2367" y="1452"/>
                    <a:pt x="2241" y="1450"/>
                    <a:pt x="2240" y="1450"/>
                  </a:cubicBezTo>
                  <a:cubicBezTo>
                    <a:pt x="2238" y="1450"/>
                    <a:pt x="1649" y="1456"/>
                    <a:pt x="1078" y="1456"/>
                  </a:cubicBezTo>
                  <a:cubicBezTo>
                    <a:pt x="546" y="1456"/>
                    <a:pt x="29" y="1449"/>
                    <a:pt x="9" y="1427"/>
                  </a:cubicBezTo>
                  <a:cubicBezTo>
                    <a:pt x="0" y="1415"/>
                    <a:pt x="15" y="1344"/>
                    <a:pt x="46" y="1239"/>
                  </a:cubicBezTo>
                  <a:cubicBezTo>
                    <a:pt x="46" y="1239"/>
                    <a:pt x="46" y="1239"/>
                    <a:pt x="46" y="1239"/>
                  </a:cubicBezTo>
                  <a:cubicBezTo>
                    <a:pt x="143" y="909"/>
                    <a:pt x="389" y="257"/>
                    <a:pt x="457" y="166"/>
                  </a:cubicBezTo>
                  <a:cubicBezTo>
                    <a:pt x="498" y="112"/>
                    <a:pt x="854" y="74"/>
                    <a:pt x="1238" y="47"/>
                  </a:cubicBezTo>
                  <a:cubicBezTo>
                    <a:pt x="1285" y="44"/>
                    <a:pt x="1332" y="40"/>
                    <a:pt x="1379" y="38"/>
                  </a:cubicBezTo>
                  <a:cubicBezTo>
                    <a:pt x="1813" y="11"/>
                    <a:pt x="2236" y="0"/>
                    <a:pt x="2240" y="0"/>
                  </a:cubicBezTo>
                  <a:cubicBezTo>
                    <a:pt x="2243" y="0"/>
                    <a:pt x="2356" y="3"/>
                    <a:pt x="2524" y="10"/>
                  </a:cubicBezTo>
                  <a:cubicBezTo>
                    <a:pt x="2915" y="25"/>
                    <a:pt x="3604" y="59"/>
                    <a:pt x="3893" y="118"/>
                  </a:cubicBezTo>
                  <a:cubicBezTo>
                    <a:pt x="3963" y="132"/>
                    <a:pt x="4010" y="148"/>
                    <a:pt x="4023" y="166"/>
                  </a:cubicBezTo>
                  <a:cubicBezTo>
                    <a:pt x="4060" y="215"/>
                    <a:pt x="4147" y="424"/>
                    <a:pt x="4235" y="658"/>
                  </a:cubicBezTo>
                  <a:cubicBezTo>
                    <a:pt x="4364" y="1002"/>
                    <a:pt x="4495" y="1399"/>
                    <a:pt x="4471" y="1427"/>
                  </a:cubicBezTo>
                </a:path>
              </a:pathLst>
            </a:custGeom>
            <a:solidFill>
              <a:schemeClr val="accent4"/>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4" name="Google Shape;1394;p40"/>
            <p:cNvSpPr/>
            <p:nvPr/>
          </p:nvSpPr>
          <p:spPr>
            <a:xfrm>
              <a:off x="1116" y="1559"/>
              <a:ext cx="655" cy="379"/>
            </a:xfrm>
            <a:custGeom>
              <a:rect b="b" l="l" r="r" t="t"/>
              <a:pathLst>
                <a:path extrusionOk="0" h="1456" w="2518">
                  <a:moveTo>
                    <a:pt x="2234" y="0"/>
                  </a:moveTo>
                  <a:cubicBezTo>
                    <a:pt x="2230" y="0"/>
                    <a:pt x="1807" y="11"/>
                    <a:pt x="1373" y="38"/>
                  </a:cubicBezTo>
                  <a:cubicBezTo>
                    <a:pt x="1326" y="40"/>
                    <a:pt x="1279" y="44"/>
                    <a:pt x="1232" y="47"/>
                  </a:cubicBezTo>
                  <a:cubicBezTo>
                    <a:pt x="1232" y="47"/>
                    <a:pt x="1232" y="47"/>
                    <a:pt x="1232" y="47"/>
                  </a:cubicBezTo>
                  <a:cubicBezTo>
                    <a:pt x="40" y="1239"/>
                    <a:pt x="40" y="1239"/>
                    <a:pt x="40" y="1239"/>
                  </a:cubicBezTo>
                  <a:cubicBezTo>
                    <a:pt x="40" y="1239"/>
                    <a:pt x="40" y="1239"/>
                    <a:pt x="40" y="1239"/>
                  </a:cubicBezTo>
                  <a:cubicBezTo>
                    <a:pt x="40" y="1239"/>
                    <a:pt x="40" y="1239"/>
                    <a:pt x="40" y="1239"/>
                  </a:cubicBezTo>
                  <a:cubicBezTo>
                    <a:pt x="40" y="1239"/>
                    <a:pt x="40" y="1239"/>
                    <a:pt x="40" y="1239"/>
                  </a:cubicBezTo>
                  <a:cubicBezTo>
                    <a:pt x="15" y="1323"/>
                    <a:pt x="0" y="1386"/>
                    <a:pt x="0" y="1413"/>
                  </a:cubicBezTo>
                  <a:cubicBezTo>
                    <a:pt x="0" y="1420"/>
                    <a:pt x="1" y="1424"/>
                    <a:pt x="3" y="1427"/>
                  </a:cubicBezTo>
                  <a:cubicBezTo>
                    <a:pt x="23" y="1449"/>
                    <a:pt x="540" y="1456"/>
                    <a:pt x="1072" y="1456"/>
                  </a:cubicBezTo>
                  <a:cubicBezTo>
                    <a:pt x="2518" y="10"/>
                    <a:pt x="2518" y="10"/>
                    <a:pt x="2518" y="10"/>
                  </a:cubicBezTo>
                  <a:cubicBezTo>
                    <a:pt x="2350" y="3"/>
                    <a:pt x="2237" y="0"/>
                    <a:pt x="2234" y="0"/>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5" name="Google Shape;1395;p40"/>
            <p:cNvSpPr/>
            <p:nvPr/>
          </p:nvSpPr>
          <p:spPr>
            <a:xfrm>
              <a:off x="1778" y="1589"/>
              <a:ext cx="436" cy="348"/>
            </a:xfrm>
            <a:custGeom>
              <a:rect b="b" l="l" r="r" t="t"/>
              <a:pathLst>
                <a:path extrusionOk="0" h="1338" w="1677">
                  <a:moveTo>
                    <a:pt x="1335" y="0"/>
                  </a:moveTo>
                  <a:cubicBezTo>
                    <a:pt x="0" y="1335"/>
                    <a:pt x="0" y="1335"/>
                    <a:pt x="0" y="1335"/>
                  </a:cubicBezTo>
                  <a:cubicBezTo>
                    <a:pt x="212" y="1337"/>
                    <a:pt x="504" y="1338"/>
                    <a:pt x="796" y="1338"/>
                  </a:cubicBezTo>
                  <a:cubicBezTo>
                    <a:pt x="824" y="1338"/>
                    <a:pt x="852" y="1338"/>
                    <a:pt x="879" y="1338"/>
                  </a:cubicBezTo>
                  <a:cubicBezTo>
                    <a:pt x="1677" y="540"/>
                    <a:pt x="1677" y="540"/>
                    <a:pt x="1677" y="540"/>
                  </a:cubicBezTo>
                  <a:cubicBezTo>
                    <a:pt x="1589" y="306"/>
                    <a:pt x="1502" y="97"/>
                    <a:pt x="1465" y="48"/>
                  </a:cubicBezTo>
                  <a:cubicBezTo>
                    <a:pt x="1452" y="30"/>
                    <a:pt x="1405" y="14"/>
                    <a:pt x="1335" y="0"/>
                  </a:cubicBezTo>
                  <a:cubicBezTo>
                    <a:pt x="1335" y="0"/>
                    <a:pt x="1335" y="0"/>
                    <a:pt x="1335" y="0"/>
                  </a:cubicBezTo>
                </a:path>
              </a:pathLst>
            </a:custGeom>
            <a:solidFill>
              <a:schemeClr val="accent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6" name="Google Shape;1396;p40"/>
            <p:cNvSpPr/>
            <p:nvPr/>
          </p:nvSpPr>
          <p:spPr>
            <a:xfrm>
              <a:off x="969" y="2034"/>
              <a:ext cx="340" cy="201"/>
            </a:xfrm>
            <a:custGeom>
              <a:rect b="b" l="l" r="r" t="t"/>
              <a:pathLst>
                <a:path extrusionOk="0" h="773" w="1307">
                  <a:moveTo>
                    <a:pt x="0" y="556"/>
                  </a:moveTo>
                  <a:cubicBezTo>
                    <a:pt x="286" y="641"/>
                    <a:pt x="831" y="719"/>
                    <a:pt x="1151" y="761"/>
                  </a:cubicBezTo>
                  <a:cubicBezTo>
                    <a:pt x="1246" y="773"/>
                    <a:pt x="1307" y="662"/>
                    <a:pt x="1245" y="589"/>
                  </a:cubicBezTo>
                  <a:cubicBezTo>
                    <a:pt x="1163" y="491"/>
                    <a:pt x="1060" y="379"/>
                    <a:pt x="961" y="305"/>
                  </a:cubicBezTo>
                  <a:cubicBezTo>
                    <a:pt x="790" y="176"/>
                    <a:pt x="340" y="44"/>
                    <a:pt x="180" y="0"/>
                  </a:cubicBezTo>
                  <a:cubicBezTo>
                    <a:pt x="105" y="219"/>
                    <a:pt x="41" y="415"/>
                    <a:pt x="0" y="556"/>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7" name="Google Shape;1397;p40"/>
            <p:cNvSpPr/>
            <p:nvPr/>
          </p:nvSpPr>
          <p:spPr>
            <a:xfrm>
              <a:off x="995" y="2340"/>
              <a:ext cx="261" cy="141"/>
            </a:xfrm>
            <a:custGeom>
              <a:rect b="b" l="l" r="r" t="t"/>
              <a:pathLst>
                <a:path extrusionOk="0" h="544" w="1005">
                  <a:moveTo>
                    <a:pt x="985" y="93"/>
                  </a:moveTo>
                  <a:cubicBezTo>
                    <a:pt x="1002" y="194"/>
                    <a:pt x="1005" y="290"/>
                    <a:pt x="996" y="381"/>
                  </a:cubicBezTo>
                  <a:cubicBezTo>
                    <a:pt x="986" y="474"/>
                    <a:pt x="906" y="544"/>
                    <a:pt x="813" y="544"/>
                  </a:cubicBezTo>
                  <a:cubicBezTo>
                    <a:pt x="580" y="544"/>
                    <a:pt x="580" y="544"/>
                    <a:pt x="580" y="544"/>
                  </a:cubicBezTo>
                  <a:cubicBezTo>
                    <a:pt x="338" y="544"/>
                    <a:pt x="115" y="399"/>
                    <a:pt x="32" y="172"/>
                  </a:cubicBezTo>
                  <a:cubicBezTo>
                    <a:pt x="30" y="164"/>
                    <a:pt x="27" y="157"/>
                    <a:pt x="24" y="149"/>
                  </a:cubicBezTo>
                  <a:cubicBezTo>
                    <a:pt x="0" y="76"/>
                    <a:pt x="55" y="0"/>
                    <a:pt x="132" y="0"/>
                  </a:cubicBezTo>
                  <a:cubicBezTo>
                    <a:pt x="873" y="0"/>
                    <a:pt x="873" y="0"/>
                    <a:pt x="873" y="0"/>
                  </a:cubicBezTo>
                  <a:cubicBezTo>
                    <a:pt x="928" y="0"/>
                    <a:pt x="976" y="39"/>
                    <a:pt x="985" y="9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8" name="Google Shape;1398;p40"/>
            <p:cNvSpPr/>
            <p:nvPr/>
          </p:nvSpPr>
          <p:spPr>
            <a:xfrm>
              <a:off x="1225" y="2535"/>
              <a:ext cx="943" cy="123"/>
            </a:xfrm>
            <a:custGeom>
              <a:rect b="b" l="l" r="r" t="t"/>
              <a:pathLst>
                <a:path extrusionOk="0" h="475" w="3626">
                  <a:moveTo>
                    <a:pt x="3325" y="0"/>
                  </a:moveTo>
                  <a:cubicBezTo>
                    <a:pt x="1813" y="0"/>
                    <a:pt x="1813" y="0"/>
                    <a:pt x="1813" y="0"/>
                  </a:cubicBezTo>
                  <a:cubicBezTo>
                    <a:pt x="1813" y="0"/>
                    <a:pt x="1813" y="0"/>
                    <a:pt x="1813" y="0"/>
                  </a:cubicBezTo>
                  <a:cubicBezTo>
                    <a:pt x="301" y="0"/>
                    <a:pt x="301" y="0"/>
                    <a:pt x="301" y="0"/>
                  </a:cubicBezTo>
                  <a:cubicBezTo>
                    <a:pt x="108" y="11"/>
                    <a:pt x="7" y="106"/>
                    <a:pt x="0" y="287"/>
                  </a:cubicBezTo>
                  <a:cubicBezTo>
                    <a:pt x="0" y="475"/>
                    <a:pt x="0" y="475"/>
                    <a:pt x="0" y="475"/>
                  </a:cubicBezTo>
                  <a:cubicBezTo>
                    <a:pt x="1813" y="475"/>
                    <a:pt x="1813" y="475"/>
                    <a:pt x="1813" y="475"/>
                  </a:cubicBezTo>
                  <a:cubicBezTo>
                    <a:pt x="1813" y="475"/>
                    <a:pt x="1813" y="475"/>
                    <a:pt x="1813" y="475"/>
                  </a:cubicBezTo>
                  <a:cubicBezTo>
                    <a:pt x="3626" y="475"/>
                    <a:pt x="3626" y="475"/>
                    <a:pt x="3626" y="475"/>
                  </a:cubicBezTo>
                  <a:cubicBezTo>
                    <a:pt x="3626" y="287"/>
                    <a:pt x="3626" y="287"/>
                    <a:pt x="3626" y="287"/>
                  </a:cubicBezTo>
                  <a:cubicBezTo>
                    <a:pt x="3620" y="106"/>
                    <a:pt x="3519" y="11"/>
                    <a:pt x="3325" y="0"/>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99" name="Google Shape;1399;p40"/>
            <p:cNvSpPr/>
            <p:nvPr/>
          </p:nvSpPr>
          <p:spPr>
            <a:xfrm>
              <a:off x="1390" y="2173"/>
              <a:ext cx="611" cy="27"/>
            </a:xfrm>
            <a:custGeom>
              <a:rect b="b" l="l" r="r" t="t"/>
              <a:pathLst>
                <a:path extrusionOk="0" h="27" w="611">
                  <a:moveTo>
                    <a:pt x="306" y="0"/>
                  </a:moveTo>
                  <a:lnTo>
                    <a:pt x="306" y="0"/>
                  </a:lnTo>
                  <a:lnTo>
                    <a:pt x="0" y="0"/>
                  </a:lnTo>
                  <a:lnTo>
                    <a:pt x="0" y="27"/>
                  </a:lnTo>
                  <a:lnTo>
                    <a:pt x="306" y="27"/>
                  </a:lnTo>
                  <a:lnTo>
                    <a:pt x="306" y="27"/>
                  </a:lnTo>
                  <a:lnTo>
                    <a:pt x="611" y="27"/>
                  </a:lnTo>
                  <a:lnTo>
                    <a:pt x="611" y="0"/>
                  </a:lnTo>
                  <a:lnTo>
                    <a:pt x="306" y="0"/>
                  </a:lnTo>
                  <a:close/>
                </a:path>
              </a:pathLst>
            </a:custGeom>
            <a:solidFill>
              <a:schemeClr val="dk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0" name="Google Shape;1400;p40"/>
            <p:cNvSpPr/>
            <p:nvPr/>
          </p:nvSpPr>
          <p:spPr>
            <a:xfrm>
              <a:off x="1312" y="2564"/>
              <a:ext cx="776" cy="14"/>
            </a:xfrm>
            <a:custGeom>
              <a:rect b="b" l="l" r="r" t="t"/>
              <a:pathLst>
                <a:path extrusionOk="0" h="53" w="2984">
                  <a:moveTo>
                    <a:pt x="2980" y="53"/>
                  </a:moveTo>
                  <a:cubicBezTo>
                    <a:pt x="4" y="53"/>
                    <a:pt x="4" y="53"/>
                    <a:pt x="4" y="53"/>
                  </a:cubicBezTo>
                  <a:cubicBezTo>
                    <a:pt x="1" y="53"/>
                    <a:pt x="0" y="52"/>
                    <a:pt x="0" y="50"/>
                  </a:cubicBezTo>
                  <a:cubicBezTo>
                    <a:pt x="0" y="4"/>
                    <a:pt x="0" y="4"/>
                    <a:pt x="0" y="4"/>
                  </a:cubicBezTo>
                  <a:cubicBezTo>
                    <a:pt x="0" y="2"/>
                    <a:pt x="1" y="0"/>
                    <a:pt x="4" y="0"/>
                  </a:cubicBezTo>
                  <a:cubicBezTo>
                    <a:pt x="2980" y="0"/>
                    <a:pt x="2980" y="0"/>
                    <a:pt x="2980" y="0"/>
                  </a:cubicBezTo>
                  <a:cubicBezTo>
                    <a:pt x="2982" y="0"/>
                    <a:pt x="2984" y="2"/>
                    <a:pt x="2984" y="4"/>
                  </a:cubicBezTo>
                  <a:cubicBezTo>
                    <a:pt x="2984" y="50"/>
                    <a:pt x="2984" y="50"/>
                    <a:pt x="2984" y="50"/>
                  </a:cubicBezTo>
                  <a:cubicBezTo>
                    <a:pt x="2984" y="52"/>
                    <a:pt x="2982" y="53"/>
                    <a:pt x="2980" y="53"/>
                  </a:cubicBezTo>
                  <a:close/>
                </a:path>
              </a:pathLst>
            </a:custGeom>
            <a:solidFill>
              <a:schemeClr val="lt1"/>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1" name="Google Shape;1401;p40"/>
            <p:cNvSpPr/>
            <p:nvPr/>
          </p:nvSpPr>
          <p:spPr>
            <a:xfrm>
              <a:off x="546" y="1062"/>
              <a:ext cx="2400" cy="300"/>
            </a:xfrm>
            <a:prstGeom prst="rect">
              <a:avLst/>
            </a:prstGeom>
            <a:solidFill>
              <a:schemeClr val="lt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02" name="Google Shape;1402;p40"/>
            <p:cNvSpPr/>
            <p:nvPr/>
          </p:nvSpPr>
          <p:spPr>
            <a:xfrm>
              <a:off x="546" y="1278"/>
              <a:ext cx="2335" cy="58"/>
            </a:xfrm>
            <a:custGeom>
              <a:rect b="b" l="l" r="r" t="t"/>
              <a:pathLst>
                <a:path extrusionOk="0" h="58" w="2335">
                  <a:moveTo>
                    <a:pt x="2301" y="58"/>
                  </a:moveTo>
                  <a:lnTo>
                    <a:pt x="34" y="58"/>
                  </a:lnTo>
                  <a:lnTo>
                    <a:pt x="0" y="0"/>
                  </a:lnTo>
                  <a:lnTo>
                    <a:pt x="2335" y="0"/>
                  </a:lnTo>
                  <a:lnTo>
                    <a:pt x="2301" y="58"/>
                  </a:lnTo>
                  <a:close/>
                </a:path>
              </a:pathLst>
            </a:custGeom>
            <a:solidFill>
              <a:schemeClr val="dk2"/>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sp>
        <p:nvSpPr>
          <p:cNvPr id="1403" name="Google Shape;1403;p40"/>
          <p:cNvSpPr txBox="1"/>
          <p:nvPr/>
        </p:nvSpPr>
        <p:spPr>
          <a:xfrm>
            <a:off x="317500" y="1822175"/>
            <a:ext cx="5222700" cy="1108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6000">
                <a:solidFill>
                  <a:schemeClr val="dk1"/>
                </a:solidFill>
                <a:latin typeface="Wix Madefor Display ExtraBold"/>
                <a:ea typeface="Wix Madefor Display ExtraBold"/>
                <a:cs typeface="Wix Madefor Display ExtraBold"/>
                <a:sym typeface="Wix Madefor Display ExtraBold"/>
              </a:rPr>
              <a:t>Thank you</a:t>
            </a:r>
            <a:endParaRPr sz="6000">
              <a:solidFill>
                <a:schemeClr val="dk1"/>
              </a:solidFill>
              <a:latin typeface="Wix Madefor Display ExtraBold"/>
              <a:ea typeface="Wix Madefor Display ExtraBold"/>
              <a:cs typeface="Wix Madefor Display ExtraBold"/>
              <a:sym typeface="Wix Madefor Display ExtraBo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utomotive Industry in Social Media by Slidesgo">
  <a:themeElements>
    <a:clrScheme name="Simple Light">
      <a:dk1>
        <a:srgbClr val="02333F"/>
      </a:dk1>
      <a:lt1>
        <a:srgbClr val="F7F7F7"/>
      </a:lt1>
      <a:dk2>
        <a:srgbClr val="DEE7EE"/>
      </a:dk2>
      <a:lt2>
        <a:srgbClr val="ACB6BF"/>
      </a:lt2>
      <a:accent1>
        <a:srgbClr val="2ECADB"/>
      </a:accent1>
      <a:accent2>
        <a:srgbClr val="5A92AF"/>
      </a:accent2>
      <a:accent3>
        <a:srgbClr val="06738F"/>
      </a:accent3>
      <a:accent4>
        <a:srgbClr val="004659"/>
      </a:accent4>
      <a:accent5>
        <a:srgbClr val="D52122"/>
      </a:accent5>
      <a:accent6>
        <a:srgbClr val="FAB500"/>
      </a:accent6>
      <a:hlink>
        <a:srgbClr val="02333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